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docs/ui-prototype/plan/bootcamp-presentation-loop/task/guest-to-restored-roadmap-rehearsal.md. 두 캡처는 실제 UI를 결정적 mock API로 렌더링했으며 live DB 화면이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backend/contracts/java-python-boundary.md; backend/domain-application/src/main/java/com/swinganalyzer/analysis/infrastructure/aiclient/RestAiProcessingClient.java; backend/ai-processing/app/internal_api.py. Python에는 Java 제품 DB Repository가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구현은 짧은 일반 대화가 _is_conversation_turn 조건을 만족하면 graph를 거치지 않고 compose_conversation_reply를 호출한다. 분석형 텍스트는 build_text_content_graph()의 classify_turn, social/coaching branch, plan_guard를 사용한다. 미디어는 build_analysis_content_graph()를 사용한다. 짧은 대화 경로의 모든 상황을 LangGraph 활용 사례로 말하면 부정확하다.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backend/ai-processing/app/graphs/runtime.py. build_blind_observation_graph는 VisionObservationState로 frame_paths, media_kind, shot_profile, camera_view, handedness만 받는다. ContextPacket은 BaseAssessment 동결 후 compose_turn_plan에서 반영한다. 오른쪽 이미지는 ui-prototype/public/assets/prototype/swing-video-preview.png이며 실제 분석된 영상 프레임이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backend/domain-application/src/main/java/com/swinganalyzer/media/application/MediaPreparationService.java; media/infrastructure/storage/SupabaseMediaStorage.java; backend/ai-processing/app/adapters/signed_url_media_reader.py; adapters/ffmpeg_frame_extractor.py; services/internal_processing.py. Python 임시 파일은 TemporaryDirectory 종료 시 제거된다. Gemini 결과는 Pydantic 구조화 output으로 검증된다.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backend/domain-application/src/main/java/com/swinganalyzer/conversation/application/OwnerAccountService.java, MemberProfileService.java, MemberRoadmapService.java; Flyway V1/V5/V6/V7. 캡처는 UI 재현 화면이며 live 데이터 증거가 아니다. 90일은 MemberProfileService.INJURY_EXPIRATION에 근거한다.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backend/ai-processing/app/graphs/runtime.py, graphs/coaching_guards.py, domain/analysis_policy.py; backend/domain-application/src/main/java/com/swinganalyzer/analysis/application/AnalysisApplicationService.java와 conversation/application/CoachingPlanApplicationService.java. rejected는 비골프 미디어이며 base_assessment/plan이 없다. limited는 사진 등 제한 근거 상태다. 캡처는 mock API로 렌더링한 UI다.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docs/ui-prototype/plan/bootcamp-presentation-loop/task/guest-to-restored-roadmap-rehearsal.md, 2026-09-14. 10.2초와 41.4초는 당시 로컬 단일 측정이다. 회원 UI 자동 테스트는 mock이고, 실제 재로그인 복원은 별도 live API에서 동일 ID를 확인했다. 공개 가입은 Supabase over_email_send_rate_limit로 중단됐다. Provider 처리 시간과 현장 환경은 이번 PPT 생성 과정에서 재측정하지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채팅으로 시작해, 회원 로드맵으로 남긴다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13232" y="1261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앞부분의 개발 동기 다음에 보여줄 실제 제품 동선</a:t>
            </a:r>
            <a:endParaRPr lang="en-US" sz="1800" dirty="0"/>
          </a:p>
        </p:txBody>
      </p:sp>
      <p:pic>
        <p:nvPicPr>
          <p:cNvPr id="4" name="Image 0" descr="C:\Users\user\.codex\visualizations\2026\09\11\01a08f86-6b4e-7d20-944b-d65325364c8f\swing-presentation\01-guest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28800"/>
            <a:ext cx="2099908" cy="4343400"/>
          </a:xfrm>
          <a:prstGeom prst="rect">
            <a:avLst/>
          </a:prstGeom>
        </p:spPr>
      </p:pic>
      <p:pic>
        <p:nvPicPr>
          <p:cNvPr id="5" name="Image 1" descr="C:\Users\user\.codex\visualizations\2026\09\11\01a08f86-6b4e-7d20-944b-d65325364c8f\swing-presentation\05-relogin-road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828800"/>
            <a:ext cx="2099908" cy="4343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72968" y="2011680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전 질문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3191256" y="2505456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후속 질문으로 고객의 문제를 구체화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3191256" y="3264408"/>
            <a:ext cx="5376672" cy="0"/>
          </a:xfrm>
          <a:prstGeom prst="line">
            <a:avLst/>
          </a:prstGeom>
          <a:noFill/>
          <a:ln w="16510">
            <a:solidFill>
              <a:srgbClr val="2E735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172968" y="3511296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영상에서 교정 1개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3191256" y="4005072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근거를 먼저 확정하고 대화에 연결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191256" y="4754880"/>
            <a:ext cx="5376672" cy="0"/>
          </a:xfrm>
          <a:prstGeom prst="line">
            <a:avLst/>
          </a:prstGeom>
          <a:noFill/>
          <a:ln w="16510">
            <a:solidFill>
              <a:srgbClr val="2E735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72968" y="4983480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복원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191256" y="548640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대화·장기 프로필·활성 로드맵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76656" y="6437376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재현 캡처(mock API) · 실제 동선은 별도 검증 · 2026-09-14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064240" y="64099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93776"/>
            <a:ext cx="10789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호출은 Java로 모았다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Java가 사용자와 제품 상태를, Python이 내부 AI 처리만 소유한다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76656" y="1993392"/>
            <a:ext cx="2743200" cy="2633472"/>
          </a:xfrm>
          <a:prstGeom prst="roundRect">
            <a:avLst>
              <a:gd name="adj" fmla="val 4167"/>
            </a:avLst>
          </a:prstGeom>
          <a:solidFill>
            <a:srgbClr val="F2F8F5"/>
          </a:solidFill>
          <a:ln w="12700">
            <a:solidFill>
              <a:srgbClr val="F2F8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21284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Client / UI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77824" y="280720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채팅·영상 업로드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77824" y="316382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로그인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77824" y="352044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JWT 전달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87952" y="1993392"/>
            <a:ext cx="3758184" cy="2633472"/>
          </a:xfrm>
          <a:prstGeom prst="roundRect">
            <a:avLst>
              <a:gd name="adj" fmla="val 4167"/>
            </a:avLst>
          </a:prstGeom>
          <a:solidFill>
            <a:srgbClr val="E6F2EC"/>
          </a:solidFill>
          <a:ln w="12700">
            <a:solidFill>
              <a:srgbClr val="E6F2E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212848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/ Spring Boot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0" y="280720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/v1 API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89120" y="3163824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Owner·대화·로드맵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389120" y="3520440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DB·Storage 소유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705088" y="1993392"/>
            <a:ext cx="2788920" cy="2633472"/>
          </a:xfrm>
          <a:prstGeom prst="roundRect">
            <a:avLst>
              <a:gd name="adj" fmla="val 4167"/>
            </a:avLst>
          </a:prstGeom>
          <a:solidFill>
            <a:srgbClr val="F2F8F5"/>
          </a:solidFill>
          <a:ln w="12700">
            <a:solidFill>
              <a:srgbClr val="F2F8F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06256" y="221284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/ FastAPI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06256" y="280720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AI API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906256" y="3163824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FFmpeg·Gemini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906256" y="352044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LangGraph·근거 검증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3474720" y="3273552"/>
            <a:ext cx="612648" cy="0"/>
          </a:xfrm>
          <a:prstGeom prst="line">
            <a:avLst/>
          </a:prstGeom>
          <a:noFill/>
          <a:ln w="27940">
            <a:solidFill>
              <a:srgbClr val="0F513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91856" y="3273552"/>
            <a:ext cx="612648" cy="0"/>
          </a:xfrm>
          <a:prstGeom prst="line">
            <a:avLst/>
          </a:prstGeom>
          <a:noFill/>
          <a:ln w="27940">
            <a:solidFill>
              <a:srgbClr val="0F513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429000" y="28346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HTTP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27848" y="283464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HTTP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" y="502920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/v1/chat, /v1/analyze, /v1/me/claim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5943600" y="5029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/internal/v1/coaching/text, /internal/v1/analyses</a:t>
            </a:r>
            <a:endParaRPr lang="en-US" sz="1570" dirty="0"/>
          </a:p>
        </p:txBody>
      </p:sp>
      <p:sp>
        <p:nvSpPr>
          <p:cNvPr id="25" name="Text 23"/>
          <p:cNvSpPr/>
          <p:nvPr/>
        </p:nvSpPr>
        <p:spPr>
          <a:xfrm>
            <a:off x="713232" y="5660136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Python은 사용자 DB를 읽거나 수정하지 않는다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76656" y="6437376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backend/contracts/java-python-boundary.md · 현재 구현 확인 2026-09-15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064240" y="64099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93776"/>
            <a:ext cx="10789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LangGraph를 모든 메시지에 붙이지 않았다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289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입력의 성격에 따라 비용과 검증 경로를 다르게 잡았다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94944" y="19476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44752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일반 대화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12280" y="1920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1회 대화 응답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736592" y="2167128"/>
            <a:ext cx="1755648" cy="0"/>
          </a:xfrm>
          <a:prstGeom prst="line">
            <a:avLst/>
          </a:prstGeom>
          <a:noFill/>
          <a:ln w="26670">
            <a:solidFill>
              <a:srgbClr val="2E735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39712" y="2423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 실행 없음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" y="2889504"/>
            <a:ext cx="1078992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1729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444752" y="3136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분석형 텍스트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6864" y="3154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classify_turn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22008" y="315468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social / coaching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18904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plan_guard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19672" y="3374136"/>
            <a:ext cx="292608" cy="0"/>
          </a:xfrm>
          <a:prstGeom prst="line">
            <a:avLst/>
          </a:prstGeom>
          <a:noFill/>
          <a:ln w="22860">
            <a:solidFill>
              <a:srgbClr val="2E735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79992" y="3374136"/>
            <a:ext cx="310896" cy="0"/>
          </a:xfrm>
          <a:prstGeom prst="line">
            <a:avLst/>
          </a:prstGeom>
          <a:noFill/>
          <a:ln w="22860">
            <a:solidFill>
              <a:srgbClr val="2E735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626864" y="3685032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ContextPacket을 받아 CoachingTurnPlan 후보를 만든다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85800" y="4233672"/>
            <a:ext cx="1078992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51713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1444752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사진·영상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36008" y="4489704"/>
            <a:ext cx="6720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blind observation → assessment freeze → plan guard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636008" y="513892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근거를 확정한 뒤 질문·기존 코칭 맥락을 반영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3232" y="58795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선택의 핵심: 대화 속도와 영상 근거의 신뢰성을 같은 그래프로 처리하지 않았다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76656" y="6437376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backend/ai-processing/app/services/internal_processing.py, graphs/runtime.py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64240" y="64099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93776"/>
            <a:ext cx="10789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영상은 먼저 '보이는 것'만 읽는다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관찰을 바꾸지 못하도록 그래프 State부터 분리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99339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frame_paths + 촬영·스윙 조건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2779776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VisionObservationState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관찰 guard → BaseAssessment 동결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4352544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ContextPacket → 교정 1개 → plan guard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0976" y="2496312"/>
            <a:ext cx="0" cy="182880"/>
          </a:xfrm>
          <a:prstGeom prst="line">
            <a:avLst/>
          </a:prstGeom>
          <a:noFill/>
          <a:ln w="22860">
            <a:solidFill>
              <a:srgbClr val="2E735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0976" y="3282696"/>
            <a:ext cx="0" cy="182880"/>
          </a:xfrm>
          <a:prstGeom prst="line">
            <a:avLst/>
          </a:prstGeom>
          <a:noFill/>
          <a:ln w="22860">
            <a:solidFill>
              <a:srgbClr val="2E735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50976" y="4069080"/>
            <a:ext cx="0" cy="182880"/>
          </a:xfrm>
          <a:prstGeom prst="line">
            <a:avLst/>
          </a:prstGeom>
          <a:noFill/>
          <a:ln w="22860">
            <a:solidFill>
              <a:srgbClr val="2E7358"/>
            </a:solidFill>
            <a:prstDash val="solid"/>
            <a:tailEnd type="triangle"/>
          </a:ln>
        </p:spPr>
      </p:sp>
      <p:pic>
        <p:nvPicPr>
          <p:cNvPr id="11" name="Image 0" descr="C:\Users\user\Desktop\스윙분석기\ui-prototype\public\assets\prototype\swing-video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075688"/>
            <a:ext cx="4572000" cy="25694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67728" y="470916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예시: UI preview asset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49440" y="5212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질문·느낌은 04에서만 들어간다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76656" y="6437376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graphs/runtime.py, domain/analysis_policy.py · UI preview asset은 분석 실측 프레임이 아님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064240" y="64099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93776"/>
            <a:ext cx="10789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영상은 signed URL로 전달했다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Java가 바이너리를 다시 밀어 넣지 않고, Python이 잠깐 읽고 지운다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2011680"/>
            <a:ext cx="2148840" cy="1984248"/>
          </a:xfrm>
          <a:prstGeom prst="roundRect">
            <a:avLst>
              <a:gd name="adj" fmla="val 5530"/>
            </a:avLst>
          </a:prstGeom>
          <a:solidFill>
            <a:srgbClr val="F2F8F5"/>
          </a:solidFill>
          <a:ln w="12700">
            <a:solidFill>
              <a:srgbClr val="F2F8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3113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업로드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825496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형식·크기 확인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SHA-256 생성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300984" y="2011680"/>
            <a:ext cx="2313432" cy="1984248"/>
          </a:xfrm>
          <a:prstGeom prst="roundRect">
            <a:avLst>
              <a:gd name="adj" fmla="val 5530"/>
            </a:avLst>
          </a:prstGeom>
          <a:solidFill>
            <a:srgbClr val="E6F2EC"/>
          </a:solidFill>
          <a:ln w="12700">
            <a:solidFill>
              <a:srgbClr val="E6F2E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223113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Private Storage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152" y="2825496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object path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02152" y="318211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 signed URL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071616" y="2011680"/>
            <a:ext cx="2340864" cy="1984248"/>
          </a:xfrm>
          <a:prstGeom prst="roundRect">
            <a:avLst>
              <a:gd name="adj" fmla="val 5530"/>
            </a:avLst>
          </a:prstGeom>
          <a:solidFill>
            <a:srgbClr val="F2F8F5"/>
          </a:solidFill>
          <a:ln w="12700">
            <a:solidFill>
              <a:srgbClr val="F2F8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223113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읽기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72784" y="282549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 host 제한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272784" y="318211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크기·hash 재검증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887968" y="2011680"/>
            <a:ext cx="2578608" cy="1984248"/>
          </a:xfrm>
          <a:prstGeom prst="roundRect">
            <a:avLst>
              <a:gd name="adj" fmla="val 5530"/>
            </a:avLst>
          </a:prstGeom>
          <a:solidFill>
            <a:srgbClr val="E6F2EC"/>
          </a:solidFill>
          <a:ln w="12700">
            <a:solidFill>
              <a:srgbClr val="E6F2E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89136" y="223113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FFmpeg + Gemini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89136" y="282549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frame 추출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089136" y="318211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Pydantic 구조화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2907792" y="2935224"/>
            <a:ext cx="292608" cy="0"/>
          </a:xfrm>
          <a:prstGeom prst="line">
            <a:avLst/>
          </a:prstGeom>
          <a:noFill/>
          <a:ln w="24130">
            <a:solidFill>
              <a:srgbClr val="0F513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0136" y="2935224"/>
            <a:ext cx="292608" cy="0"/>
          </a:xfrm>
          <a:prstGeom prst="line">
            <a:avLst/>
          </a:prstGeom>
          <a:noFill/>
          <a:ln w="24130">
            <a:solidFill>
              <a:srgbClr val="0F513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58200" y="2935224"/>
            <a:ext cx="310896" cy="0"/>
          </a:xfrm>
          <a:prstGeom prst="line">
            <a:avLst/>
          </a:prstGeom>
          <a:noFill/>
          <a:ln w="24130">
            <a:solidFill>
              <a:srgbClr val="0F513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13232" y="459028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423160" y="4590288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Private Storage: 원본 / Java DB: 분석·대화·snapshot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3232" y="5202936"/>
            <a:ext cx="10735056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4315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것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23160" y="543153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TemporaryDirectory: 다운로드 원본·추출 frame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76656" y="6437376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Java MediaPreparationService/SupabaseMediaStorage · Python SignedUrlMediaReader/InternalAiProcessingService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64240" y="64099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.codex\visualizations\2026\09\11\01a08f86-6b4e-7d20-944b-d65325364c8f\swing-presentation\04-member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2396106" cy="4956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7560" y="512064"/>
            <a:ext cx="8119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데이터는 Java DB에 남는다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355848" y="12984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Supabase는 로그인, Java는 데이터 소유권을 관리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374136" y="1920240"/>
            <a:ext cx="7863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sub → owner_contexts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374136" y="23682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로그인 때 익명 owner를 1회 claim. 충돌하면 병합하지 않는다.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364992" y="3090672"/>
            <a:ext cx="8074152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74136" y="3346704"/>
            <a:ext cx="7863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user_context_facts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374136" y="3785616"/>
            <a:ext cx="7909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성향·목표·신체 특성. 부상 정보는 90일 후 코칭 맥락에서 제외.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3364992" y="4517136"/>
            <a:ext cx="8074152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74136" y="4754880"/>
            <a:ext cx="7818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roadmaps / roadmap_milestones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374136" y="5193792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성공·제한 분석에서 교정 1개와 검증 조건으로 활성 로드맵 생성.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3374136" y="5715000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재로그인: 같은 subject → 같은 owner → 같은 데이터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76656" y="6437376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재현 캡처(mock API) · DB 근거: OwnerAccountService, MemberProfileService, MemberRoadmapService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064240" y="64099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93776"/>
            <a:ext cx="10789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출력은 근거 검증 후 상태가 된다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문장을 그대로 DB에 확정하지 않는다</a:t>
            </a:r>
            <a:endParaRPr lang="en-US" sz="1900" dirty="0"/>
          </a:p>
        </p:txBody>
      </p:sp>
      <p:pic>
        <p:nvPicPr>
          <p:cNvPr id="4" name="Image 0" descr="C:\Users\user\.codex\visualizations\2026\09\11\01a08f86-6b4e-7d20-944b-d65325364c8f\swing-presentation\02-analysis-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76" y="1417320"/>
            <a:ext cx="2356318" cy="4873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8470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생성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13232" y="2267712"/>
            <a:ext cx="7973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VisionObservation · BaseAssessment · CoachingTurnPlan 후보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23544" y="2871216"/>
            <a:ext cx="0" cy="237744"/>
          </a:xfrm>
          <a:prstGeom prst="line">
            <a:avLst/>
          </a:prstGeom>
          <a:noFill/>
          <a:ln w="22860">
            <a:solidFill>
              <a:srgbClr val="2E7358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713232" y="32369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 guard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13232" y="3657600"/>
            <a:ext cx="7973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비골프 reject · 근거 참조 · 동결 평가와 plan 일치 확인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3544" y="4261104"/>
            <a:ext cx="0" cy="237744"/>
          </a:xfrm>
          <a:prstGeom prst="line">
            <a:avLst/>
          </a:prstGeom>
          <a:noFill/>
          <a:ln w="22860">
            <a:solidFill>
              <a:srgbClr val="2E7358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13232" y="46085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5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적용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13232" y="5029200"/>
            <a:ext cx="7973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ContextPacket snapshot 저장 · 상태 전이와 중복 노출 검증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13232" y="5715000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9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상태: succeeded / limited / rejected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76656" y="6437376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재현 캡처(mock API) · 근거: graphs/coaching_guards.py, Java CoachingPlanApplicationService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064240" y="64099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7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2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35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결과: 한 바퀴는 검증했다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13232" y="1344168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2026-09-14 로컬 확인 · 시간은 live 실측, Claim은 UI 자동 테스트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13232" y="2075688"/>
            <a:ext cx="2788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10.2초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22376" y="302666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익명 텍스트 채팅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288536" y="2075688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41.4초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306824" y="3026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MP4 영상 분석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57032" y="2075688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66176" y="30266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테스트 owner claim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4078224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재로그인: 대화·프로필·로드맵 ID 동일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713232" y="4946904"/>
            <a:ext cx="10680192" cy="0"/>
          </a:xfrm>
          <a:prstGeom prst="line">
            <a:avLst/>
          </a:prstGeom>
          <a:noFill/>
          <a:ln w="16510">
            <a:solidFill>
              <a:srgbClr val="2E73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5257800"/>
            <a:ext cx="10469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C6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회원가입은 이메일 rate limit으로 중단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5769864"/>
            <a:ext cx="10469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경로는 사전 확인 계정의 첫 로그인으로 고정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76656" y="6437376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2026-09-14 발표 리허설 기록 · 자동 UI 여정과 live API 결과를 구분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064240" y="640994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E8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Swing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채팅 기반 골프 스윙 분석기 · 기술 파트</dc:title>
  <dc:subject>Bootcamp presentation technical section</dc:subject>
  <dc:creator>Swing Analyzer Project</dc:creator>
  <cp:lastModifiedBy>Swing Analyzer Project</cp:lastModifiedBy>
  <cp:revision>1</cp:revision>
  <dcterms:created xsi:type="dcterms:W3CDTF">2026-09-15T05:47:04Z</dcterms:created>
  <dcterms:modified xsi:type="dcterms:W3CDTF">2026-09-15T05:47:04Z</dcterms:modified>
</cp:coreProperties>
</file>