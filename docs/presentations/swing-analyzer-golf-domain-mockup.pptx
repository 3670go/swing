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골프 도메인 메인 화면 디자인 목업. 스윙 분석은 현재 프로젝트의 기능을 참고했다. 필드 부킹, 중고 골프채, 커뮤니티는 확장 구상이며 이 슬라이드에서 실제 연동을 주장하지 않는다. 서비스 허브 구조 참고: https://www.golfzon.com/main/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중고 골프채 목록 디자인 목업. 표시한 상품명, 사양, 등급과 가격은 전부 샘플 데이터다. 실제 매물 공급 또는 외부 상점 연동은 구현하거나 검증하지 않았다. 중고전문관 분류 참고: https://used.golping.com/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.codex\visualizations\2026\09\11\01a08f86-6b4e-7d20-944b-d65325364c8f\swing-presentation\fifteen-slide\golf-domain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.codex\visualizations\2026\09\11\01a08f86-6b4e-7d20-944b-d65325364c8f\swing-presentation\fifteen-slide\golf-domain-u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스윙분석기 골프 도메인 목업</dc:title>
  <dc:subject>골프 도메인 메인 및 중고채 목록 디자인 목업</dc:subject>
  <dc:creator>Swing Analyzer</dc:creator>
  <cp:lastModifiedBy>Swing Analyzer</cp:lastModifiedBy>
  <cp:revision>1</cp:revision>
  <dcterms:created xsi:type="dcterms:W3CDTF">2026-09-15T12:42:40Z</dcterms:created>
  <dcterms:modified xsi:type="dcterms:W3CDTF">2026-09-15T12:42:40Z</dcterms:modified>
</cp:coreProperties>
</file>