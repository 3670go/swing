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embeddedFontLst>
    <p:embeddedFont>
      <p:font typeface="Inter"/>
      <p:regular r:id="rId27"/>
    </p:embeddedFont>
    <p:embeddedFont>
      <p:font typeface="Noto Sans KR"/>
      <p:regular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rId27.fntdata"/><Relationship Id="rId28" Type="http://schemas.openxmlformats.org/officeDocument/2006/relationships/font" Target="fonts/rId2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부트캠프 신청의 실제 이유는 사용자가 발표에서 직접 설명한다. 이미지는 이번 발표자료를 위해 생성한 개발 학습 환경 개념 이미지이며, 실제 부트캠프 현장이나 사용자의 책상을 촬영한 자료가 아니다. 영업·챗봇·골프 프로젝트 동기를 이 장에 넣지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확인 자료: C:\Users\user\Desktop\수업 자료의 01_java-jdk17, 02_mysql, 05_spring-web-mvc, 06_jpa, 10_next, 11_js, 12_ts, 14_python, 15_fastapi, 17_langchain/09_langgraph. 폴더와 수업 문서 존재는 확인했으나 개인별 수강 완료는 확인하지 않았다.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 학습에서 익힌 문제 해결 과정: 문제 정의, 원인 가설, 배운 개념 적용, 결과 검증과 수정. 부트캠프 신청 동기와 프로젝트의 영업적 목적은 별도 주제이며 이 장에 혼합하지 않음. 개인 경험의 구체적인 사례는 발표자가 설명.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사용자가 직접 밝힌 UI 선택 이유: 영업 기술을 살려 챗봇으로 사람을 끌어오고, 젊은 층뿐 아니라 고령층까지 대상으로 삼고 싶었다. 고령층 도달은 목표이지 검증된 결과가 아니다. 제품 근거: ui-prototype/README.md는 채팅을 기본 화면으로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7개 섹션 중 1. 현재 구현 기반과 확장 설계, 도입 계획을 구분한다. 기존 구현은 회원 인증·대화 저장·프로필·초기 로드맵·LangGraph 분석 처리·근거 검증이다. 이후 메모리 자동 추출·갱신, RAG 검색과 영업 전략의 통합은 발표용 확장 설계안이며 실제 구현 완료가 아니다. 모델 훈련 또는 파인튜닝 실적을 주장하지 않는다. 전문가 자료 수집과 검색 평가, 영상 단서 추출 방식 선정은 후속 도입 계획이다.
발표 화면은 핵심어 중심으로 축약. 상세 설명은 발표자 노트의 설계 설명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7개 섹션 중 2. 채팅 엔진은 전체 대화 처리 시스템, LangGraph는 그 내부의 AI 처리 순서와 조건부 경로를 제어하는 구성 요소로 설명한다. 두 개의 동급 엔진으로 설명하지 않는다. Java/Spring Boot는 공개 API·인증·제품 DB, Python/FastAPI는 모델 호출·AI 처리라는 현재 경계가 있다. 그림의 메모리 조회·RAG 검색 연결은 확장 설계다. 정보가 부족하면 질문 단계로 돌아가고, 충분하면 검색·응답 경로로 진행하도록 구상한다. 현재 일반 대화에는 직접 모델 호출 경로도 있어 모든 메시지가 LangGraph를 통과하는 것은 아니다.
발표 화면은 핵심어 중심으로 축약. 상세 설명은 발표자 노트의 설계 설명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7개 섹션 중 3. ChatGPT의 개인 메모리 개념에서 착안한 확장 설계안. 원본 대화를 저장하는 것과 모델에 전달할 사용자 맥락을 추출하는 것을 분리한다. 고민·목표·시도·반응을 후보로 추출하되 단일 짧은 반응으로 감정이나 성향을 확정하지 않는다. 명시 정보와 추론을 구분하고 근거 발화·시점·적용 범위를 함께 유지하도록 설계한다. 새 정보와 충돌하면 기존 기록을 무조건 덮어쓰지 않고 확인 질문 또는 이력 보존을 거친다. 저장된 메모리를 현재 요청에 맞게 검색하는 기능은 다음 RAG 섹션의 책임이다.
발표 화면은 핵심어 중심으로 축약. 상세 설명은 발표자 노트의 설계 설명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7개 섹션 중 4. 사용자 기록 검색은 개인 맥락 복원, 전문가 지식 검색은 설명 근거 확보라는 다른 목적을 가진다. 논리적 검색 범위를 분리하며 물리 DB를 반드시 두 개 사용한다는 결정은 아니다. 회원 기록은 인증된 회원 ID로 접근 범위를 제한하고 샷 조건과 시점 등을 사용해 관련성을 좁힌다. 전문가 자료는 문제 유형·설명 조건·출처를 함께 저장하는 도입 계획이다. 현재 질문과 문제 후보로 의미 유사성을 검색하되 유사도를 정답이나 원인 확정으로 취급하지 않는다. 임베딩 모델, 검색 저장소, 문서 분할 방식과 임계치는 아직 선정되지 않았다. RAG 통합은 실제 구현이 아닌 설계안이다.
발표 화면은 핵심어 중심으로 축약. 상세 설명은 발표자 노트의 설계 설명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7개 섹션 중 5. 채팅과 영상에서 얻을 수 있는 단서를 공통 문제 유형으로 표현한 뒤 전문가 검색에 사용한다. 영상만으로 정밀 원인 진단이 가능하다고 주장하지 않는다. 영상에서 검색 가능한 단서를 얻는 구체적인 추출 기술은 후속 검토 대상이다. 예를 들어 오른쪽으로 벗어난다는 표현만으로 슬라이스를 확정하지 않고 출발 방향, 휘는 방향과 샷 조건 등을 추가 확인한다. FEEL은 사용자 체감, OBSERVATION은 실제 확인한 관찰이며 두 출처를 구분한다. 문제 분류 결과는 후보로 유지하고 충분한 정보가 없으면 질문으로 돌아가는 설계다.
발표 화면은 핵심어 중심으로 축약. 상세 설명은 발표자 노트의 설계 설명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7개 섹션 중 6. 핵심 USP는 분석 모델 자체가 아니라 영업 경험을 대화 전략으로 전환한 설계다. 사용자 상태에 따라 질문 하나, 직접 설명, 길이 조절, 이전 주제 연결, 발전 인정, 다음 행동 제안 등을 선택한다. 모든 응답에 질문을 강제하지 않는다. 발전 인정은 실제 근거가 있는 경우에만 하며 오픈 루프는 미해결 질문이나 다음 과제를 남겨 대화를 이어가는 구조다. 상태 추적과 전략 선택은 별도 POC가 있고 발전 인정·OpenLoop의 검증·저장 기반은 존재하지만 서비스 자동 생성과 전체 연결은 미완성이다. 후킹 또는 재방문 향상 효과는 측정되지 않았다.
발표 화면은 핵심어 중심으로 축약. 상세 설명은 발표자 노트의 설계 설명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7개 섹션 중 7. 기존 영상·코칭 근거 검사와 앞으로 연결할 RAG 실패 처리를 구분한다. 검색 근거가 없을 때는 확인 질문으로 돌아가고, 전문가 설명이 충돌하면 출처와 적용 조건 차이를 먼저 확인한다. 문제 분류가 불확실하면 원인을 단정하지 않고 후보를 유지한다. 메모리 추출 오류, 검색 관련성 오류, 대화 전략 오류를 분리해 점검할 수 있도록 책임을 나눈다. 세부 검색 기준과 평가 데이터는 도입 계획이며 이번 작업에서 소프트웨어에 구현하거나 운영 검증한 것은 아니다.
발표 화면은 핵심어 중심으로 축약. 상세 설명은 발표자 노트의 설계 설명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화면 모두 기존 swing-analyzer-bootcamp-technical-section.pptx의 UI 재현 이미지를 다시 사용한다. ui-prototype/README.md와 package.json은 React/TypeScript/Vite 채팅 UI와 사진·영상 첨부 흐름을 설명한다. 이 이미지는 mock API 화면이며 이번 발표자료 수정에서 live media E2E를 실행한 결과가 아니다.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주제 5. 성공 또는 제한적 성공 분석의 변경점과 확인 기준을 바탕으로 초기 로드맵 milestone 생성. 회원 JWT 주체로 소유자를 식별해 장기 프로필과 활성 로드맵을 저장·재조회한다. 재로그인 후 같은 회원 데이터 복원 경로가 구현되어 있다. 다단계 자동 갱신 전체 완료를 뜻하지 않으며 이번 PPT 수정에서 실시간 E2E를 다시 실행하지 않았다.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근거: 05_spring-web-mvc의 요청 처리·인증 자료, 06_jpa의 데이터 매핑 실습, 02_mysql 자료. 이 장은 교육 내용만 보여주며 스윙분석기 구현 여부를 주장하지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근거: 15_fastapi/02_pydantic의 입력 모델, 17_langchain/09_langgraph의 StateGraph·상태 스키마·조건부 간선. 이 장은 일반 수업 개념이며 프로젝트 적용은 뒤에서 다룬다.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설계 과정의 AI 학습 주제이며 모델 훈련·파인튜닝 실적이 아님. Ubiquitous Language: 골프 도메인 용어와 FEEL/OBSERVATION 구분을 계약에 정리. Context Packet: 최근 대화, 관련 사실, 활성 주제, 로드맵, 미해결 질문을 선택 전달. Response Policy: 응답 길이와 질문 전략은 독립 정책 코드 및 대화 상태 추적 POC에 존재하며 전체가 서비스 경로에 통합된 것은 아님.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좌측은 수업 자료의 항목, 우측은 현재 프로젝트의 구현 책임이다. UI는 ui-prototype/package.json에서 React/TypeScript/Vite로 확인했다. Java/Python 소유권은 backend/contracts/java-python-boundary.md, LangGraph 처리 순서는 backend/ai-processing/app/graphs/runtime.py로 확인했다. Next는 수업 영역이지만 프로젝트 UI는 Vite이다.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image" Target="../media/image-5-25.png"/><Relationship Id="rId26" Type="http://schemas.openxmlformats.org/officeDocument/2006/relationships/image" Target="../media/image-5-26.png"/><Relationship Id="rId27" Type="http://schemas.openxmlformats.org/officeDocument/2006/relationships/image" Target="../media/image-5-27.png"/><Relationship Id="rId28" Type="http://schemas.openxmlformats.org/officeDocument/2006/relationships/image" Target="../media/image-5-28.png"/><Relationship Id="rId29" Type="http://schemas.openxmlformats.org/officeDocument/2006/relationships/image" Target="../media/image-5-29.png"/><Relationship Id="rId30" Type="http://schemas.openxmlformats.org/officeDocument/2006/relationships/image" Target="../media/image-5-30.png"/><Relationship Id="rId31" Type="http://schemas.openxmlformats.org/officeDocument/2006/relationships/image" Target="../media/image-5-31.png"/><Relationship Id="rId32" Type="http://schemas.openxmlformats.org/officeDocument/2006/relationships/image" Target="../media/image-5-32.png"/><Relationship Id="rId33" Type="http://schemas.openxmlformats.org/officeDocument/2006/relationships/image" Target="../media/image-5-33.png"/><Relationship Id="rId34" Type="http://schemas.openxmlformats.org/officeDocument/2006/relationships/image" Target="../media/image-5-34.png"/><Relationship Id="rId35" Type="http://schemas.openxmlformats.org/officeDocument/2006/relationships/image" Target="../media/image-5-35.png"/><Relationship Id="rId36" Type="http://schemas.openxmlformats.org/officeDocument/2006/relationships/image" Target="../media/image-5-36.png"/><Relationship Id="rId37" Type="http://schemas.openxmlformats.org/officeDocument/2006/relationships/image" Target="../media/image-5-37.png"/><Relationship Id="rId38" Type="http://schemas.openxmlformats.org/officeDocument/2006/relationships/image" Target="../media/image-5-38.png"/><Relationship Id="rId39" Type="http://schemas.openxmlformats.org/officeDocument/2006/relationships/image" Target="../media/image-5-39.png"/><Relationship Id="rId40" Type="http://schemas.openxmlformats.org/officeDocument/2006/relationships/image" Target="../media/image-5-40.png"/><Relationship Id="rId41" Type="http://schemas.openxmlformats.org/officeDocument/2006/relationships/image" Target="../media/image-5-41.png"/><Relationship Id="rId42" Type="http://schemas.openxmlformats.org/officeDocument/2006/relationships/image" Target="../media/image-5-42.png"/><Relationship Id="rId43" Type="http://schemas.openxmlformats.org/officeDocument/2006/relationships/image" Target="../media/image-5-43.png"/><Relationship Id="rId44" Type="http://schemas.openxmlformats.org/officeDocument/2006/relationships/slideLayout" Target="../slideLayouts/slideLayout1.xml"/><Relationship Id="rId4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ArchitectureDiagram" Type="http://schemas.openxmlformats.org/officeDocument/2006/relationships/image" Target="../media/architecture-flow-8.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ArchitectureDiagram" Type="http://schemas.openxmlformats.org/officeDocument/2006/relationships/image" Target="../media/architecture-flow-9.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ArchitectureDiagram" Type="http://schemas.openxmlformats.org/officeDocument/2006/relationships/image" Target="../media/architecture-flow-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30" y="288036"/>
            <a:ext cx="7406640" cy="198882"/>
          </a:xfrm>
          <a:prstGeom prst="rect">
            <a:avLst/>
          </a:prstGeom>
          <a:noFill/>
          <a:ln/>
        </p:spPr>
      </p:sp>
      <p:sp>
        <p:nvSpPr>
          <p:cNvPr id="4" name="Shape 1"/>
          <p:cNvSpPr/>
          <p:nvPr/>
        </p:nvSpPr>
        <p:spPr>
          <a:xfrm>
            <a:off x="582930" y="288036"/>
            <a:ext cx="7406640" cy="198882"/>
          </a:xfrm>
          <a:prstGeom prst="rect">
            <a:avLst/>
          </a:prstGeom>
          <a:noFill/>
          <a:ln/>
        </p:spPr>
      </p:sp>
      <p:sp>
        <p:nvSpPr>
          <p:cNvPr id="5" name="Text 2"/>
          <p:cNvSpPr/>
          <p:nvPr/>
        </p:nvSpPr>
        <p:spPr>
          <a:xfrm>
            <a:off x="582930" y="288036"/>
            <a:ext cx="7406640" cy="198882"/>
          </a:xfrm>
          <a:prstGeom prst="rect">
            <a:avLst/>
          </a:prstGeom>
          <a:noFill/>
          <a:ln/>
        </p:spPr>
        <p:txBody>
          <a:bodyPr wrap="square" lIns="0" tIns="0" rIns="0" bIns="0" rtlCol="0" anchor="ctr"/>
          <a:lstStyle/>
          <a:p>
            <a:pPr algn="l" indent="0" marL="0">
              <a:lnSpc>
                <a:spcPts val="888"/>
              </a:lnSpc>
              <a:buNone/>
            </a:pPr>
            <a:r>
              <a:rPr lang="en-US" sz="734" b="1" dirty="0">
                <a:solidFill>
                  <a:srgbClr val="707070">
                    <a:alpha val="99000"/>
                  </a:srgbClr>
                </a:solidFill>
                <a:latin typeface="Inter" pitchFamily="34" charset="0"/>
                <a:ea typeface="Inter" pitchFamily="34" charset="-122"/>
                <a:cs typeface="Inter" pitchFamily="34" charset="-120"/>
              </a:rPr>
              <a:t>PERSONAL · BOOTCAMP APPLICATION</a:t>
            </a:r>
            <a:endParaRPr lang="en-US" sz="734" dirty="0"/>
          </a:p>
        </p:txBody>
      </p:sp>
      <p:sp>
        <p:nvSpPr>
          <p:cNvPr id="6" name="Shape 3"/>
          <p:cNvSpPr/>
          <p:nvPr/>
        </p:nvSpPr>
        <p:spPr>
          <a:xfrm>
            <a:off x="582930" y="589788"/>
            <a:ext cx="7989570" cy="459486"/>
          </a:xfrm>
          <a:prstGeom prst="rect">
            <a:avLst/>
          </a:prstGeom>
          <a:noFill/>
          <a:ln/>
        </p:spPr>
      </p:sp>
      <p:sp>
        <p:nvSpPr>
          <p:cNvPr id="7" name="Shape 4"/>
          <p:cNvSpPr/>
          <p:nvPr/>
        </p:nvSpPr>
        <p:spPr>
          <a:xfrm>
            <a:off x="582930" y="589788"/>
            <a:ext cx="7989570" cy="459486"/>
          </a:xfrm>
          <a:prstGeom prst="rect">
            <a:avLst/>
          </a:prstGeom>
          <a:noFill/>
          <a:ln/>
        </p:spPr>
      </p:sp>
      <p:sp>
        <p:nvSpPr>
          <p:cNvPr id="8" name="Text 5"/>
          <p:cNvSpPr/>
          <p:nvPr/>
        </p:nvSpPr>
        <p:spPr>
          <a:xfrm>
            <a:off x="582930" y="589788"/>
            <a:ext cx="7989570" cy="459486"/>
          </a:xfrm>
          <a:prstGeom prst="rect">
            <a:avLst/>
          </a:prstGeom>
          <a:noFill/>
          <a:ln/>
        </p:spPr>
        <p:txBody>
          <a:bodyPr wrap="square" lIns="0" tIns="0" rIns="0" bIns="0" rtlCol="0" anchor="ctr"/>
          <a:lstStyle/>
          <a:p>
            <a:pPr algn="l" indent="0" marL="0">
              <a:lnSpc>
                <a:spcPts val="2673"/>
              </a:lnSpc>
              <a:buNone/>
            </a:pPr>
            <a:r>
              <a:rPr lang="en-US" sz="2209" b="1" dirty="0">
                <a:solidFill>
                  <a:srgbClr val="171717">
                    <a:alpha val="99000"/>
                  </a:srgbClr>
                </a:solidFill>
                <a:latin typeface="Inter" pitchFamily="34" charset="0"/>
                <a:ea typeface="Inter" pitchFamily="34" charset="-122"/>
                <a:cs typeface="Inter" pitchFamily="34" charset="-120"/>
              </a:rPr>
              <a:t>부트캠프 신청 이유</a:t>
            </a:r>
            <a:endParaRPr lang="en-US" sz="2209" dirty="0"/>
          </a:p>
        </p:txBody>
      </p:sp>
      <p:sp>
        <p:nvSpPr>
          <p:cNvPr id="9" name="Shape 6"/>
          <p:cNvSpPr/>
          <p:nvPr/>
        </p:nvSpPr>
        <p:spPr>
          <a:xfrm>
            <a:off x="582930" y="1131570"/>
            <a:ext cx="7975854" cy="0"/>
          </a:xfrm>
          <a:prstGeom prst="rect">
            <a:avLst/>
          </a:prstGeom>
          <a:noFill/>
          <a:ln w="3620">
            <a:solidFill>
              <a:srgbClr val="EDEDED"/>
            </a:solidFill>
            <a:prstDash val="solid"/>
          </a:ln>
        </p:spPr>
      </p:sp>
      <p:sp>
        <p:nvSpPr>
          <p:cNvPr id="10" name="Shape 7"/>
          <p:cNvSpPr/>
          <p:nvPr/>
        </p:nvSpPr>
        <p:spPr>
          <a:xfrm>
            <a:off x="7989570" y="4834890"/>
            <a:ext cx="569214" cy="150876"/>
          </a:xfrm>
          <a:prstGeom prst="rect">
            <a:avLst/>
          </a:prstGeom>
          <a:noFill/>
          <a:ln/>
        </p:spPr>
      </p:sp>
      <p:sp>
        <p:nvSpPr>
          <p:cNvPr id="11" name="Shape 8"/>
          <p:cNvSpPr/>
          <p:nvPr/>
        </p:nvSpPr>
        <p:spPr>
          <a:xfrm>
            <a:off x="7989570" y="4834890"/>
            <a:ext cx="569214" cy="150876"/>
          </a:xfrm>
          <a:prstGeom prst="rect">
            <a:avLst/>
          </a:prstGeom>
          <a:noFill/>
          <a:ln/>
        </p:spPr>
      </p:sp>
      <p:sp>
        <p:nvSpPr>
          <p:cNvPr id="12" name="Text 9"/>
          <p:cNvSpPr/>
          <p:nvPr/>
        </p:nvSpPr>
        <p:spPr>
          <a:xfrm>
            <a:off x="7989570" y="4834890"/>
            <a:ext cx="569214" cy="150876"/>
          </a:xfrm>
          <a:prstGeom prst="rect">
            <a:avLst/>
          </a:prstGeom>
          <a:noFill/>
          <a:ln/>
        </p:spPr>
        <p:txBody>
          <a:bodyPr wrap="square" lIns="0" tIns="0" rIns="0" bIns="0" rtlCol="0" anchor="ctr"/>
          <a:lstStyle/>
          <a:p>
            <a:pPr algn="l" indent="0" marL="0">
              <a:lnSpc>
                <a:spcPts val="897"/>
              </a:lnSpc>
              <a:buNone/>
            </a:pPr>
            <a:r>
              <a:rPr lang="en-US" sz="741" dirty="0">
                <a:solidFill>
                  <a:srgbClr val="707070">
                    <a:alpha val="99000"/>
                  </a:srgbClr>
                </a:solidFill>
                <a:latin typeface="Inter" pitchFamily="34" charset="0"/>
                <a:ea typeface="Inter" pitchFamily="34" charset="-122"/>
                <a:cs typeface="Inter" pitchFamily="34" charset="-120"/>
              </a:rPr>
              <a:t>01 / 18</a:t>
            </a:r>
            <a:endParaRPr lang="en-US" sz="741" dirty="0"/>
          </a:p>
        </p:txBody>
      </p:sp>
      <p:sp>
        <p:nvSpPr>
          <p:cNvPr id="13" name="Shape 10"/>
          <p:cNvSpPr/>
          <p:nvPr/>
        </p:nvSpPr>
        <p:spPr>
          <a:xfrm>
            <a:off x="1735074" y="1426464"/>
            <a:ext cx="5678424" cy="3209544"/>
          </a:xfrm>
          <a:prstGeom prst="roundRect">
            <a:avLst/>
          </a:prstGeom>
          <a:solidFill>
            <a:srgbClr val="FFFFFF"/>
          </a:solidFill>
          <a:ln w="3620">
            <a:solidFill>
              <a:srgbClr val="DFDFDF"/>
            </a:solidFill>
            <a:prstDash val="solid"/>
          </a:ln>
        </p:spPr>
      </p:sp>
      <p:pic>
        <p:nvPicPr>
          <p:cNvPr id="14" name="Image 0" descr="preencoded.png">    </p:cNvPr>
          <p:cNvPicPr>
            <a:picLocks noChangeAspect="1"/>
          </p:cNvPicPr>
          <p:nvPr/>
        </p:nvPicPr>
        <p:blipFill>
          <a:blip r:embed="rId1"/>
          <a:srcRect l="0" r="0" t="0" b="0"/>
          <a:stretch/>
        </p:blipFill>
        <p:spPr>
          <a:xfrm>
            <a:off x="1755648" y="1447038"/>
            <a:ext cx="5637276" cy="3168396"/>
          </a:xfrm>
          <a:prstGeom prst="rect">
            <a:avLst/>
          </a:prstGeom>
        </p:spPr>
      </p:pic>
      <p:sp>
        <p:nvSpPr>
          <p:cNvPr id="15" name="Shape 11"/>
          <p:cNvSpPr/>
          <p:nvPr/>
        </p:nvSpPr>
        <p:spPr>
          <a:xfrm>
            <a:off x="582930" y="4828032"/>
            <a:ext cx="6069330" cy="150876"/>
          </a:xfrm>
          <a:prstGeom prst="rect">
            <a:avLst/>
          </a:prstGeom>
          <a:noFill/>
          <a:ln/>
        </p:spPr>
      </p:sp>
      <p:sp>
        <p:nvSpPr>
          <p:cNvPr id="16" name="Shape 12"/>
          <p:cNvSpPr/>
          <p:nvPr/>
        </p:nvSpPr>
        <p:spPr>
          <a:xfrm>
            <a:off x="582930" y="4828032"/>
            <a:ext cx="6069330" cy="150876"/>
          </a:xfrm>
          <a:prstGeom prst="rect">
            <a:avLst/>
          </a:prstGeom>
          <a:noFill/>
          <a:ln/>
        </p:spPr>
      </p:sp>
      <p:sp>
        <p:nvSpPr>
          <p:cNvPr id="17" name="Text 13"/>
          <p:cNvSpPr/>
          <p:nvPr/>
        </p:nvSpPr>
        <p:spPr>
          <a:xfrm>
            <a:off x="582930" y="4828032"/>
            <a:ext cx="6069330" cy="150876"/>
          </a:xfrm>
          <a:prstGeom prst="rect">
            <a:avLst/>
          </a:prstGeom>
          <a:noFill/>
          <a:ln/>
        </p:spPr>
        <p:txBody>
          <a:bodyPr wrap="square" lIns="0" tIns="0" rIns="0" bIns="0" rtlCol="0" anchor="ctr"/>
          <a:lstStyle/>
          <a:p>
            <a:pPr algn="l" indent="0" marL="0">
              <a:lnSpc>
                <a:spcPts val="880"/>
              </a:lnSpc>
              <a:buNone/>
            </a:pPr>
            <a:r>
              <a:rPr lang="en-US" sz="727" dirty="0">
                <a:solidFill>
                  <a:srgbClr val="707070">
                    <a:alpha val="99000"/>
                  </a:srgbClr>
                </a:solidFill>
                <a:latin typeface="Inter" pitchFamily="34" charset="0"/>
                <a:ea typeface="Inter" pitchFamily="34" charset="-122"/>
                <a:cs typeface="Inter" pitchFamily="34" charset="-120"/>
              </a:rPr>
              <a:t>개념 이미지 · 개발 학습 환경</a:t>
            </a:r>
            <a:endParaRPr lang="en-US" sz="72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30" y="288036"/>
            <a:ext cx="7406640" cy="198882"/>
          </a:xfrm>
          <a:prstGeom prst="rect">
            <a:avLst/>
          </a:prstGeom>
          <a:noFill/>
          <a:ln/>
        </p:spPr>
      </p:sp>
      <p:sp>
        <p:nvSpPr>
          <p:cNvPr id="4" name="Shape 1"/>
          <p:cNvSpPr/>
          <p:nvPr/>
        </p:nvSpPr>
        <p:spPr>
          <a:xfrm>
            <a:off x="582930" y="288036"/>
            <a:ext cx="7406640" cy="198882"/>
          </a:xfrm>
          <a:prstGeom prst="rect">
            <a:avLst/>
          </a:prstGeom>
          <a:noFill/>
          <a:ln/>
        </p:spPr>
      </p:sp>
      <p:sp>
        <p:nvSpPr>
          <p:cNvPr id="5" name="Text 2"/>
          <p:cNvSpPr/>
          <p:nvPr/>
        </p:nvSpPr>
        <p:spPr>
          <a:xfrm>
            <a:off x="582930" y="288036"/>
            <a:ext cx="7406640" cy="198882"/>
          </a:xfrm>
          <a:prstGeom prst="rect">
            <a:avLst/>
          </a:prstGeom>
          <a:noFill/>
          <a:ln/>
        </p:spPr>
        <p:txBody>
          <a:bodyPr wrap="square" lIns="0" tIns="0" rIns="0" bIns="0" rtlCol="0" anchor="ctr"/>
          <a:lstStyle/>
          <a:p>
            <a:pPr algn="l" indent="0" marL="0">
              <a:lnSpc>
                <a:spcPts val="888"/>
              </a:lnSpc>
              <a:buNone/>
            </a:pPr>
            <a:r>
              <a:rPr lang="en-US" sz="734" b="1" dirty="0">
                <a:solidFill>
                  <a:srgbClr val="707070">
                    <a:alpha val="99000"/>
                  </a:srgbClr>
                </a:solidFill>
                <a:latin typeface="Inter" pitchFamily="34" charset="0"/>
                <a:ea typeface="Inter" pitchFamily="34" charset="-122"/>
                <a:cs typeface="Inter" pitchFamily="34" charset="-120"/>
              </a:rPr>
              <a:t>CURRICULUM · INVENTORY</a:t>
            </a:r>
            <a:endParaRPr lang="en-US" sz="734" dirty="0"/>
          </a:p>
        </p:txBody>
      </p:sp>
      <p:sp>
        <p:nvSpPr>
          <p:cNvPr id="6" name="Shape 3"/>
          <p:cNvSpPr/>
          <p:nvPr/>
        </p:nvSpPr>
        <p:spPr>
          <a:xfrm>
            <a:off x="582930" y="589788"/>
            <a:ext cx="7989570" cy="459486"/>
          </a:xfrm>
          <a:prstGeom prst="rect">
            <a:avLst/>
          </a:prstGeom>
          <a:noFill/>
          <a:ln/>
        </p:spPr>
      </p:sp>
      <p:sp>
        <p:nvSpPr>
          <p:cNvPr id="7" name="Shape 4"/>
          <p:cNvSpPr/>
          <p:nvPr/>
        </p:nvSpPr>
        <p:spPr>
          <a:xfrm>
            <a:off x="582930" y="589788"/>
            <a:ext cx="7989570" cy="459486"/>
          </a:xfrm>
          <a:prstGeom prst="rect">
            <a:avLst/>
          </a:prstGeom>
          <a:noFill/>
          <a:ln/>
        </p:spPr>
      </p:sp>
      <p:sp>
        <p:nvSpPr>
          <p:cNvPr id="8" name="Text 5"/>
          <p:cNvSpPr/>
          <p:nvPr/>
        </p:nvSpPr>
        <p:spPr>
          <a:xfrm>
            <a:off x="582930" y="589788"/>
            <a:ext cx="7989570" cy="459486"/>
          </a:xfrm>
          <a:prstGeom prst="rect">
            <a:avLst/>
          </a:prstGeom>
          <a:noFill/>
          <a:ln/>
        </p:spPr>
        <p:txBody>
          <a:bodyPr wrap="square" lIns="0" tIns="0" rIns="0" bIns="0" rtlCol="0" anchor="ctr"/>
          <a:lstStyle/>
          <a:p>
            <a:pPr algn="l" indent="0" marL="0">
              <a:lnSpc>
                <a:spcPts val="2673"/>
              </a:lnSpc>
              <a:buNone/>
            </a:pPr>
            <a:r>
              <a:rPr lang="en-US" sz="2209" b="1" dirty="0">
                <a:solidFill>
                  <a:srgbClr val="171717">
                    <a:alpha val="99000"/>
                  </a:srgbClr>
                </a:solidFill>
                <a:latin typeface="Inter" pitchFamily="34" charset="0"/>
                <a:ea typeface="Inter" pitchFamily="34" charset="-122"/>
                <a:cs typeface="Inter" pitchFamily="34" charset="-120"/>
              </a:rPr>
              <a:t>교육 범위 — 웹 · 데이터 · AI</a:t>
            </a:r>
            <a:endParaRPr lang="en-US" sz="2209" dirty="0"/>
          </a:p>
        </p:txBody>
      </p:sp>
      <p:sp>
        <p:nvSpPr>
          <p:cNvPr id="9" name="Shape 6"/>
          <p:cNvSpPr/>
          <p:nvPr/>
        </p:nvSpPr>
        <p:spPr>
          <a:xfrm>
            <a:off x="582930" y="1131570"/>
            <a:ext cx="7975854" cy="0"/>
          </a:xfrm>
          <a:prstGeom prst="rect">
            <a:avLst/>
          </a:prstGeom>
          <a:noFill/>
          <a:ln w="3620">
            <a:solidFill>
              <a:srgbClr val="EDEDED"/>
            </a:solidFill>
            <a:prstDash val="solid"/>
          </a:ln>
        </p:spPr>
      </p:sp>
      <p:sp>
        <p:nvSpPr>
          <p:cNvPr id="10" name="Shape 7"/>
          <p:cNvSpPr/>
          <p:nvPr/>
        </p:nvSpPr>
        <p:spPr>
          <a:xfrm>
            <a:off x="7989570" y="4834890"/>
            <a:ext cx="569214" cy="150876"/>
          </a:xfrm>
          <a:prstGeom prst="rect">
            <a:avLst/>
          </a:prstGeom>
          <a:noFill/>
          <a:ln/>
        </p:spPr>
      </p:sp>
      <p:sp>
        <p:nvSpPr>
          <p:cNvPr id="11" name="Shape 8"/>
          <p:cNvSpPr/>
          <p:nvPr/>
        </p:nvSpPr>
        <p:spPr>
          <a:xfrm>
            <a:off x="7989570" y="4834890"/>
            <a:ext cx="569214" cy="150876"/>
          </a:xfrm>
          <a:prstGeom prst="rect">
            <a:avLst/>
          </a:prstGeom>
          <a:noFill/>
          <a:ln/>
        </p:spPr>
      </p:sp>
      <p:sp>
        <p:nvSpPr>
          <p:cNvPr id="12" name="Text 9"/>
          <p:cNvSpPr/>
          <p:nvPr/>
        </p:nvSpPr>
        <p:spPr>
          <a:xfrm>
            <a:off x="7989570" y="4834890"/>
            <a:ext cx="569214" cy="150876"/>
          </a:xfrm>
          <a:prstGeom prst="rect">
            <a:avLst/>
          </a:prstGeom>
          <a:noFill/>
          <a:ln/>
        </p:spPr>
        <p:txBody>
          <a:bodyPr wrap="square" lIns="0" tIns="0" rIns="0" bIns="0" rtlCol="0" anchor="ctr"/>
          <a:lstStyle/>
          <a:p>
            <a:pPr algn="l" indent="0" marL="0">
              <a:lnSpc>
                <a:spcPts val="897"/>
              </a:lnSpc>
              <a:buNone/>
            </a:pPr>
            <a:r>
              <a:rPr lang="en-US" sz="741" dirty="0">
                <a:solidFill>
                  <a:srgbClr val="707070">
                    <a:alpha val="99000"/>
                  </a:srgbClr>
                </a:solidFill>
                <a:latin typeface="Inter" pitchFamily="34" charset="0"/>
                <a:ea typeface="Inter" pitchFamily="34" charset="-122"/>
                <a:cs typeface="Inter" pitchFamily="34" charset="-120"/>
              </a:rPr>
              <a:t>02 / 18</a:t>
            </a:r>
            <a:endParaRPr lang="en-US" sz="741" dirty="0"/>
          </a:p>
        </p:txBody>
      </p:sp>
      <p:sp>
        <p:nvSpPr>
          <p:cNvPr id="13" name="Shape 10"/>
          <p:cNvSpPr/>
          <p:nvPr/>
        </p:nvSpPr>
        <p:spPr>
          <a:xfrm>
            <a:off x="582930" y="1618488"/>
            <a:ext cx="1460754" cy="2510028"/>
          </a:xfrm>
          <a:prstGeom prst="roundRect">
            <a:avLst/>
          </a:prstGeom>
          <a:solidFill>
            <a:srgbClr val="FFFFFF"/>
          </a:solidFill>
          <a:ln w="3620">
            <a:solidFill>
              <a:srgbClr val="DFDFDF"/>
            </a:solidFill>
            <a:prstDash val="solid"/>
          </a:ln>
        </p:spPr>
      </p:sp>
      <p:sp>
        <p:nvSpPr>
          <p:cNvPr id="14" name="Shape 11"/>
          <p:cNvSpPr/>
          <p:nvPr/>
        </p:nvSpPr>
        <p:spPr>
          <a:xfrm>
            <a:off x="905256" y="2263140"/>
            <a:ext cx="843534" cy="294894"/>
          </a:xfrm>
          <a:prstGeom prst="roundRect">
            <a:avLst/>
          </a:prstGeom>
          <a:solidFill>
            <a:srgbClr val="FAFAFA"/>
          </a:solidFill>
          <a:ln w="3620">
            <a:solidFill>
              <a:srgbClr val="DFDFDF"/>
            </a:solidFill>
            <a:prstDash val="solid"/>
          </a:ln>
        </p:spPr>
      </p:sp>
      <p:sp>
        <p:nvSpPr>
          <p:cNvPr id="15" name="Shape 12"/>
          <p:cNvSpPr/>
          <p:nvPr/>
        </p:nvSpPr>
        <p:spPr>
          <a:xfrm>
            <a:off x="905256" y="2606040"/>
            <a:ext cx="843534" cy="294894"/>
          </a:xfrm>
          <a:prstGeom prst="roundRect">
            <a:avLst/>
          </a:prstGeom>
          <a:solidFill>
            <a:srgbClr val="FAFAFA"/>
          </a:solidFill>
          <a:ln w="3620">
            <a:solidFill>
              <a:srgbClr val="DFDFDF"/>
            </a:solidFill>
            <a:prstDash val="solid"/>
          </a:ln>
        </p:spPr>
      </p:sp>
      <p:sp>
        <p:nvSpPr>
          <p:cNvPr id="16" name="Shape 13"/>
          <p:cNvSpPr/>
          <p:nvPr/>
        </p:nvSpPr>
        <p:spPr>
          <a:xfrm>
            <a:off x="905256" y="2948940"/>
            <a:ext cx="843534" cy="294894"/>
          </a:xfrm>
          <a:prstGeom prst="roundRect">
            <a:avLst/>
          </a:prstGeom>
          <a:solidFill>
            <a:srgbClr val="FAFAFA"/>
          </a:solidFill>
          <a:ln w="3620">
            <a:solidFill>
              <a:srgbClr val="DFDFDF"/>
            </a:solidFill>
            <a:prstDash val="solid"/>
          </a:ln>
        </p:spPr>
      </p:sp>
      <p:sp>
        <p:nvSpPr>
          <p:cNvPr id="17" name="Shape 14"/>
          <p:cNvSpPr/>
          <p:nvPr/>
        </p:nvSpPr>
        <p:spPr>
          <a:xfrm>
            <a:off x="987553" y="2372868"/>
            <a:ext cx="68580" cy="68580"/>
          </a:xfrm>
          <a:prstGeom prst="ellipse">
            <a:avLst/>
          </a:prstGeom>
          <a:solidFill>
            <a:srgbClr val="3ECF8E"/>
          </a:solidFill>
          <a:ln w="4524">
            <a:solidFill>
              <a:srgbClr val="3ECF8E">
                <a:alpha val="0"/>
              </a:srgbClr>
            </a:solidFill>
            <a:prstDash val="solid"/>
          </a:ln>
        </p:spPr>
      </p:sp>
      <p:sp>
        <p:nvSpPr>
          <p:cNvPr id="18" name="Shape 15"/>
          <p:cNvSpPr/>
          <p:nvPr/>
        </p:nvSpPr>
        <p:spPr>
          <a:xfrm>
            <a:off x="699515" y="3552444"/>
            <a:ext cx="1227582" cy="294894"/>
          </a:xfrm>
          <a:prstGeom prst="rect">
            <a:avLst/>
          </a:prstGeom>
          <a:noFill/>
          <a:ln/>
        </p:spPr>
      </p:sp>
      <p:sp>
        <p:nvSpPr>
          <p:cNvPr id="19" name="Shape 16"/>
          <p:cNvSpPr/>
          <p:nvPr/>
        </p:nvSpPr>
        <p:spPr>
          <a:xfrm>
            <a:off x="699515" y="3552444"/>
            <a:ext cx="1227582" cy="294894"/>
          </a:xfrm>
          <a:prstGeom prst="rect">
            <a:avLst/>
          </a:prstGeom>
          <a:noFill/>
          <a:ln/>
        </p:spPr>
      </p:sp>
      <p:sp>
        <p:nvSpPr>
          <p:cNvPr id="20" name="Text 17"/>
          <p:cNvSpPr/>
          <p:nvPr/>
        </p:nvSpPr>
        <p:spPr>
          <a:xfrm>
            <a:off x="699515" y="3552444"/>
            <a:ext cx="1227582" cy="294894"/>
          </a:xfrm>
          <a:prstGeom prst="rect">
            <a:avLst/>
          </a:prstGeom>
          <a:noFill/>
          <a:ln/>
        </p:spPr>
        <p:txBody>
          <a:bodyPr wrap="square" lIns="0" tIns="0" rIns="0" bIns="0" rtlCol="0" anchor="ctr"/>
          <a:lstStyle/>
          <a:p>
            <a:pPr algn="l" indent="0" marL="0">
              <a:lnSpc>
                <a:spcPts val="1112"/>
              </a:lnSpc>
              <a:buNone/>
            </a:pPr>
            <a:r>
              <a:rPr lang="en-US" sz="919" b="1" dirty="0">
                <a:solidFill>
                  <a:srgbClr val="171717">
                    <a:alpha val="99000"/>
                  </a:srgbClr>
                </a:solidFill>
                <a:latin typeface="Inter" pitchFamily="34" charset="0"/>
                <a:ea typeface="Inter" pitchFamily="34" charset="-122"/>
                <a:cs typeface="Inter" pitchFamily="34" charset="-120"/>
              </a:rPr>
              <a:t>Java · DB</a:t>
            </a:r>
            <a:endParaRPr lang="en-US" sz="919" dirty="0"/>
          </a:p>
        </p:txBody>
      </p:sp>
      <p:sp>
        <p:nvSpPr>
          <p:cNvPr id="21" name="Shape 18"/>
          <p:cNvSpPr/>
          <p:nvPr/>
        </p:nvSpPr>
        <p:spPr>
          <a:xfrm>
            <a:off x="2187701" y="1618488"/>
            <a:ext cx="1460754" cy="2510028"/>
          </a:xfrm>
          <a:prstGeom prst="roundRect">
            <a:avLst/>
          </a:prstGeom>
          <a:solidFill>
            <a:srgbClr val="FFFFFF"/>
          </a:solidFill>
          <a:ln w="3620">
            <a:solidFill>
              <a:srgbClr val="DFDFDF"/>
            </a:solidFill>
            <a:prstDash val="solid"/>
          </a:ln>
        </p:spPr>
      </p:sp>
      <p:sp>
        <p:nvSpPr>
          <p:cNvPr id="22" name="Shape 19"/>
          <p:cNvSpPr/>
          <p:nvPr/>
        </p:nvSpPr>
        <p:spPr>
          <a:xfrm>
            <a:off x="2427732" y="2420874"/>
            <a:ext cx="384048" cy="397764"/>
          </a:xfrm>
          <a:prstGeom prst="roundRect">
            <a:avLst/>
          </a:prstGeom>
          <a:solidFill>
            <a:srgbClr val="FAFAFA"/>
          </a:solidFill>
          <a:ln w="3620">
            <a:solidFill>
              <a:srgbClr val="DFDFDF"/>
            </a:solidFill>
            <a:prstDash val="solid"/>
          </a:ln>
        </p:spPr>
      </p:sp>
      <p:sp>
        <p:nvSpPr>
          <p:cNvPr id="23" name="Shape 20"/>
          <p:cNvSpPr/>
          <p:nvPr/>
        </p:nvSpPr>
        <p:spPr>
          <a:xfrm>
            <a:off x="3031236" y="2420874"/>
            <a:ext cx="384048" cy="397764"/>
          </a:xfrm>
          <a:prstGeom prst="roundRect">
            <a:avLst/>
          </a:prstGeom>
          <a:solidFill>
            <a:srgbClr val="1C1C1C"/>
          </a:solidFill>
          <a:ln w="3620">
            <a:solidFill>
              <a:srgbClr val="1C1C1C"/>
            </a:solidFill>
            <a:prstDash val="solid"/>
          </a:ln>
        </p:spPr>
      </p:sp>
      <p:sp>
        <p:nvSpPr>
          <p:cNvPr id="24" name="Shape 21"/>
          <p:cNvSpPr/>
          <p:nvPr/>
        </p:nvSpPr>
        <p:spPr>
          <a:xfrm>
            <a:off x="2832354" y="2482596"/>
            <a:ext cx="185166" cy="288036"/>
          </a:xfrm>
          <a:prstGeom prst="rect">
            <a:avLst/>
          </a:prstGeom>
          <a:noFill/>
          <a:ln/>
        </p:spPr>
      </p:sp>
      <p:sp>
        <p:nvSpPr>
          <p:cNvPr id="25" name="Shape 22"/>
          <p:cNvSpPr/>
          <p:nvPr/>
        </p:nvSpPr>
        <p:spPr>
          <a:xfrm>
            <a:off x="2832354" y="2482596"/>
            <a:ext cx="185166" cy="288036"/>
          </a:xfrm>
          <a:prstGeom prst="rect">
            <a:avLst/>
          </a:prstGeom>
          <a:noFill/>
          <a:ln/>
        </p:spPr>
      </p:sp>
      <p:sp>
        <p:nvSpPr>
          <p:cNvPr id="26" name="Text 23"/>
          <p:cNvSpPr/>
          <p:nvPr/>
        </p:nvSpPr>
        <p:spPr>
          <a:xfrm>
            <a:off x="2832354" y="2482596"/>
            <a:ext cx="185166"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27" name="Shape 24"/>
          <p:cNvSpPr/>
          <p:nvPr/>
        </p:nvSpPr>
        <p:spPr>
          <a:xfrm>
            <a:off x="2304288" y="3552444"/>
            <a:ext cx="1227582" cy="294894"/>
          </a:xfrm>
          <a:prstGeom prst="rect">
            <a:avLst/>
          </a:prstGeom>
          <a:noFill/>
          <a:ln/>
        </p:spPr>
      </p:sp>
      <p:sp>
        <p:nvSpPr>
          <p:cNvPr id="28" name="Shape 25"/>
          <p:cNvSpPr/>
          <p:nvPr/>
        </p:nvSpPr>
        <p:spPr>
          <a:xfrm>
            <a:off x="2304288" y="3552444"/>
            <a:ext cx="1227582" cy="294894"/>
          </a:xfrm>
          <a:prstGeom prst="rect">
            <a:avLst/>
          </a:prstGeom>
          <a:noFill/>
          <a:ln/>
        </p:spPr>
      </p:sp>
      <p:sp>
        <p:nvSpPr>
          <p:cNvPr id="29" name="Text 26"/>
          <p:cNvSpPr/>
          <p:nvPr/>
        </p:nvSpPr>
        <p:spPr>
          <a:xfrm>
            <a:off x="2304288" y="3552444"/>
            <a:ext cx="1227582" cy="294894"/>
          </a:xfrm>
          <a:prstGeom prst="rect">
            <a:avLst/>
          </a:prstGeom>
          <a:noFill/>
          <a:ln/>
        </p:spPr>
        <p:txBody>
          <a:bodyPr wrap="square" lIns="0" tIns="0" rIns="0" bIns="0" rtlCol="0" anchor="ctr"/>
          <a:lstStyle/>
          <a:p>
            <a:pPr algn="l" indent="0" marL="0">
              <a:lnSpc>
                <a:spcPts val="1112"/>
              </a:lnSpc>
              <a:buNone/>
            </a:pPr>
            <a:r>
              <a:rPr lang="en-US" sz="919" b="1" dirty="0">
                <a:solidFill>
                  <a:srgbClr val="171717">
                    <a:alpha val="99000"/>
                  </a:srgbClr>
                </a:solidFill>
                <a:latin typeface="Inter" pitchFamily="34" charset="0"/>
                <a:ea typeface="Inter" pitchFamily="34" charset="-122"/>
                <a:cs typeface="Inter" pitchFamily="34" charset="-120"/>
              </a:rPr>
              <a:t>Spring · JPA</a:t>
            </a:r>
            <a:endParaRPr lang="en-US" sz="919" dirty="0"/>
          </a:p>
        </p:txBody>
      </p:sp>
      <p:sp>
        <p:nvSpPr>
          <p:cNvPr id="30" name="Shape 27"/>
          <p:cNvSpPr/>
          <p:nvPr/>
        </p:nvSpPr>
        <p:spPr>
          <a:xfrm>
            <a:off x="3792474" y="1618488"/>
            <a:ext cx="1460754" cy="2510028"/>
          </a:xfrm>
          <a:prstGeom prst="roundRect">
            <a:avLst/>
          </a:prstGeom>
          <a:solidFill>
            <a:srgbClr val="FFFFFF"/>
          </a:solidFill>
          <a:ln w="3620">
            <a:solidFill>
              <a:srgbClr val="DFDFDF"/>
            </a:solidFill>
            <a:prstDash val="solid"/>
          </a:ln>
        </p:spPr>
      </p:sp>
      <p:sp>
        <p:nvSpPr>
          <p:cNvPr id="31" name="Shape 28"/>
          <p:cNvSpPr/>
          <p:nvPr/>
        </p:nvSpPr>
        <p:spPr>
          <a:xfrm>
            <a:off x="4032504" y="2215134"/>
            <a:ext cx="980694" cy="802386"/>
          </a:xfrm>
          <a:prstGeom prst="roundRect">
            <a:avLst/>
          </a:prstGeom>
          <a:solidFill>
            <a:srgbClr val="FFFFFF"/>
          </a:solidFill>
          <a:ln w="3620">
            <a:solidFill>
              <a:srgbClr val="DFDFDF"/>
            </a:solidFill>
            <a:prstDash val="solid"/>
          </a:ln>
        </p:spPr>
      </p:sp>
      <p:sp>
        <p:nvSpPr>
          <p:cNvPr id="32" name="Shape 29"/>
          <p:cNvSpPr/>
          <p:nvPr/>
        </p:nvSpPr>
        <p:spPr>
          <a:xfrm>
            <a:off x="4046220" y="2434590"/>
            <a:ext cx="953262" cy="0"/>
          </a:xfrm>
          <a:prstGeom prst="rect">
            <a:avLst/>
          </a:prstGeom>
          <a:noFill/>
          <a:ln w="3620">
            <a:solidFill>
              <a:srgbClr val="DFDFDF"/>
            </a:solidFill>
            <a:prstDash val="solid"/>
          </a:ln>
        </p:spPr>
      </p:sp>
      <p:sp>
        <p:nvSpPr>
          <p:cNvPr id="33" name="Shape 30"/>
          <p:cNvSpPr/>
          <p:nvPr/>
        </p:nvSpPr>
        <p:spPr>
          <a:xfrm>
            <a:off x="4149090" y="2311146"/>
            <a:ext cx="54864" cy="54864"/>
          </a:xfrm>
          <a:prstGeom prst="ellipse">
            <a:avLst/>
          </a:prstGeom>
          <a:solidFill>
            <a:srgbClr val="3ECF8E"/>
          </a:solidFill>
          <a:ln w="4524">
            <a:solidFill>
              <a:srgbClr val="3ECF8E">
                <a:alpha val="0"/>
              </a:srgbClr>
            </a:solidFill>
            <a:prstDash val="solid"/>
          </a:ln>
        </p:spPr>
      </p:sp>
      <p:sp>
        <p:nvSpPr>
          <p:cNvPr id="34" name="Shape 31"/>
          <p:cNvSpPr/>
          <p:nvPr/>
        </p:nvSpPr>
        <p:spPr>
          <a:xfrm>
            <a:off x="4169664" y="2626614"/>
            <a:ext cx="644652" cy="48006"/>
          </a:xfrm>
          <a:prstGeom prst="rect">
            <a:avLst/>
          </a:prstGeom>
          <a:solidFill>
            <a:srgbClr val="DFDFDF"/>
          </a:solidFill>
          <a:ln w="4524">
            <a:solidFill>
              <a:srgbClr val="DFDFDF">
                <a:alpha val="0"/>
              </a:srgbClr>
            </a:solidFill>
            <a:prstDash val="solid"/>
          </a:ln>
        </p:spPr>
      </p:sp>
      <p:sp>
        <p:nvSpPr>
          <p:cNvPr id="35" name="Shape 32"/>
          <p:cNvSpPr/>
          <p:nvPr/>
        </p:nvSpPr>
        <p:spPr>
          <a:xfrm>
            <a:off x="4169664" y="2798064"/>
            <a:ext cx="459486" cy="48006"/>
          </a:xfrm>
          <a:prstGeom prst="rect">
            <a:avLst/>
          </a:prstGeom>
          <a:solidFill>
            <a:srgbClr val="DFDFDF"/>
          </a:solidFill>
          <a:ln w="4524">
            <a:solidFill>
              <a:srgbClr val="DFDFDF">
                <a:alpha val="0"/>
              </a:srgbClr>
            </a:solidFill>
            <a:prstDash val="solid"/>
          </a:ln>
        </p:spPr>
      </p:sp>
      <p:sp>
        <p:nvSpPr>
          <p:cNvPr id="36" name="Shape 33"/>
          <p:cNvSpPr/>
          <p:nvPr/>
        </p:nvSpPr>
        <p:spPr>
          <a:xfrm>
            <a:off x="3909060" y="3552444"/>
            <a:ext cx="1227582" cy="294894"/>
          </a:xfrm>
          <a:prstGeom prst="rect">
            <a:avLst/>
          </a:prstGeom>
          <a:noFill/>
          <a:ln/>
        </p:spPr>
      </p:sp>
      <p:sp>
        <p:nvSpPr>
          <p:cNvPr id="37" name="Shape 34"/>
          <p:cNvSpPr/>
          <p:nvPr/>
        </p:nvSpPr>
        <p:spPr>
          <a:xfrm>
            <a:off x="3909060" y="3552444"/>
            <a:ext cx="1227582" cy="294894"/>
          </a:xfrm>
          <a:prstGeom prst="rect">
            <a:avLst/>
          </a:prstGeom>
          <a:noFill/>
          <a:ln/>
        </p:spPr>
      </p:sp>
      <p:sp>
        <p:nvSpPr>
          <p:cNvPr id="38" name="Text 35"/>
          <p:cNvSpPr/>
          <p:nvPr/>
        </p:nvSpPr>
        <p:spPr>
          <a:xfrm>
            <a:off x="3909060" y="3552444"/>
            <a:ext cx="1227582" cy="294894"/>
          </a:xfrm>
          <a:prstGeom prst="rect">
            <a:avLst/>
          </a:prstGeom>
          <a:noFill/>
          <a:ln/>
        </p:spPr>
        <p:txBody>
          <a:bodyPr wrap="square" lIns="0" tIns="0" rIns="0" bIns="0" rtlCol="0" anchor="ctr"/>
          <a:lstStyle/>
          <a:p>
            <a:pPr algn="l" indent="0" marL="0">
              <a:lnSpc>
                <a:spcPts val="1112"/>
              </a:lnSpc>
              <a:buNone/>
            </a:pPr>
            <a:r>
              <a:rPr lang="en-US" sz="919" b="1" dirty="0">
                <a:solidFill>
                  <a:srgbClr val="171717">
                    <a:alpha val="99000"/>
                  </a:srgbClr>
                </a:solidFill>
                <a:latin typeface="Inter" pitchFamily="34" charset="0"/>
                <a:ea typeface="Inter" pitchFamily="34" charset="-122"/>
                <a:cs typeface="Inter" pitchFamily="34" charset="-120"/>
              </a:rPr>
              <a:t>JS · TS · Next</a:t>
            </a:r>
            <a:endParaRPr lang="en-US" sz="919" dirty="0"/>
          </a:p>
        </p:txBody>
      </p:sp>
      <p:sp>
        <p:nvSpPr>
          <p:cNvPr id="39" name="Shape 36"/>
          <p:cNvSpPr/>
          <p:nvPr/>
        </p:nvSpPr>
        <p:spPr>
          <a:xfrm>
            <a:off x="5397246" y="1618488"/>
            <a:ext cx="1460754" cy="2510028"/>
          </a:xfrm>
          <a:prstGeom prst="roundRect">
            <a:avLst/>
          </a:prstGeom>
          <a:solidFill>
            <a:srgbClr val="FFFFFF"/>
          </a:solidFill>
          <a:ln w="3620">
            <a:solidFill>
              <a:srgbClr val="DFDFDF"/>
            </a:solidFill>
            <a:prstDash val="solid"/>
          </a:ln>
        </p:spPr>
      </p:sp>
      <p:sp>
        <p:nvSpPr>
          <p:cNvPr id="40" name="Shape 37"/>
          <p:cNvSpPr/>
          <p:nvPr/>
        </p:nvSpPr>
        <p:spPr>
          <a:xfrm>
            <a:off x="5637277" y="2215134"/>
            <a:ext cx="980694" cy="802386"/>
          </a:xfrm>
          <a:prstGeom prst="roundRect">
            <a:avLst/>
          </a:prstGeom>
          <a:solidFill>
            <a:srgbClr val="1C1C1C"/>
          </a:solidFill>
          <a:ln w="3620">
            <a:solidFill>
              <a:srgbClr val="1C1C1C"/>
            </a:solidFill>
            <a:prstDash val="solid"/>
          </a:ln>
        </p:spPr>
      </p:sp>
      <p:sp>
        <p:nvSpPr>
          <p:cNvPr id="41" name="Shape 38"/>
          <p:cNvSpPr/>
          <p:nvPr/>
        </p:nvSpPr>
        <p:spPr>
          <a:xfrm>
            <a:off x="5808727" y="2400300"/>
            <a:ext cx="582930" cy="390906"/>
          </a:xfrm>
          <a:prstGeom prst="rect">
            <a:avLst/>
          </a:prstGeom>
          <a:noFill/>
          <a:ln/>
        </p:spPr>
      </p:sp>
      <p:sp>
        <p:nvSpPr>
          <p:cNvPr id="42" name="Shape 39"/>
          <p:cNvSpPr/>
          <p:nvPr/>
        </p:nvSpPr>
        <p:spPr>
          <a:xfrm>
            <a:off x="5808727" y="2400300"/>
            <a:ext cx="582930" cy="390906"/>
          </a:xfrm>
          <a:prstGeom prst="rect">
            <a:avLst/>
          </a:prstGeom>
          <a:noFill/>
          <a:ln/>
        </p:spPr>
      </p:sp>
      <p:sp>
        <p:nvSpPr>
          <p:cNvPr id="43" name="Text 40"/>
          <p:cNvSpPr/>
          <p:nvPr/>
        </p:nvSpPr>
        <p:spPr>
          <a:xfrm>
            <a:off x="5808727" y="2400300"/>
            <a:ext cx="582930" cy="390906"/>
          </a:xfrm>
          <a:prstGeom prst="rect">
            <a:avLst/>
          </a:prstGeom>
          <a:noFill/>
          <a:ln/>
        </p:spPr>
        <p:txBody>
          <a:bodyPr wrap="square" lIns="0" tIns="0" rIns="0" bIns="0" rtlCol="0" anchor="ctr"/>
          <a:lstStyle/>
          <a:p>
            <a:pPr algn="l" indent="0" marL="0">
              <a:lnSpc>
                <a:spcPts val="2328"/>
              </a:lnSpc>
              <a:buNone/>
            </a:pPr>
            <a:r>
              <a:rPr lang="en-US" sz="1924" dirty="0">
                <a:solidFill>
                  <a:srgbClr val="FFFFFF">
                    <a:alpha val="99000"/>
                  </a:srgbClr>
                </a:solidFill>
                <a:latin typeface="Inter" pitchFamily="34" charset="0"/>
                <a:ea typeface="Inter" pitchFamily="34" charset="-122"/>
                <a:cs typeface="Inter" pitchFamily="34" charset="-120"/>
              </a:rPr>
              <a:t>&gt;_</a:t>
            </a:r>
            <a:endParaRPr lang="en-US" sz="1924" dirty="0"/>
          </a:p>
        </p:txBody>
      </p:sp>
      <p:sp>
        <p:nvSpPr>
          <p:cNvPr id="44" name="Shape 41"/>
          <p:cNvSpPr/>
          <p:nvPr/>
        </p:nvSpPr>
        <p:spPr>
          <a:xfrm>
            <a:off x="5513832" y="3552444"/>
            <a:ext cx="1227582" cy="294894"/>
          </a:xfrm>
          <a:prstGeom prst="rect">
            <a:avLst/>
          </a:prstGeom>
          <a:noFill/>
          <a:ln/>
        </p:spPr>
      </p:sp>
      <p:sp>
        <p:nvSpPr>
          <p:cNvPr id="45" name="Shape 42"/>
          <p:cNvSpPr/>
          <p:nvPr/>
        </p:nvSpPr>
        <p:spPr>
          <a:xfrm>
            <a:off x="5513832" y="3552444"/>
            <a:ext cx="1227582" cy="294894"/>
          </a:xfrm>
          <a:prstGeom prst="rect">
            <a:avLst/>
          </a:prstGeom>
          <a:noFill/>
          <a:ln/>
        </p:spPr>
      </p:sp>
      <p:sp>
        <p:nvSpPr>
          <p:cNvPr id="46" name="Text 43"/>
          <p:cNvSpPr/>
          <p:nvPr/>
        </p:nvSpPr>
        <p:spPr>
          <a:xfrm>
            <a:off x="5513832" y="3552444"/>
            <a:ext cx="1227582" cy="294894"/>
          </a:xfrm>
          <a:prstGeom prst="rect">
            <a:avLst/>
          </a:prstGeom>
          <a:noFill/>
          <a:ln/>
        </p:spPr>
        <p:txBody>
          <a:bodyPr wrap="square" lIns="0" tIns="0" rIns="0" bIns="0" rtlCol="0" anchor="ctr"/>
          <a:lstStyle/>
          <a:p>
            <a:pPr algn="l" indent="0" marL="0">
              <a:lnSpc>
                <a:spcPts val="1112"/>
              </a:lnSpc>
              <a:buNone/>
            </a:pPr>
            <a:r>
              <a:rPr lang="en-US" sz="919" b="1" dirty="0">
                <a:solidFill>
                  <a:srgbClr val="171717">
                    <a:alpha val="99000"/>
                  </a:srgbClr>
                </a:solidFill>
                <a:latin typeface="Inter" pitchFamily="34" charset="0"/>
                <a:ea typeface="Inter" pitchFamily="34" charset="-122"/>
                <a:cs typeface="Inter" pitchFamily="34" charset="-120"/>
              </a:rPr>
              <a:t>Python · FastAPI</a:t>
            </a:r>
            <a:endParaRPr lang="en-US" sz="919" dirty="0"/>
          </a:p>
        </p:txBody>
      </p:sp>
      <p:sp>
        <p:nvSpPr>
          <p:cNvPr id="47" name="Shape 44"/>
          <p:cNvSpPr/>
          <p:nvPr/>
        </p:nvSpPr>
        <p:spPr>
          <a:xfrm>
            <a:off x="7002018" y="1618488"/>
            <a:ext cx="1460754" cy="2510028"/>
          </a:xfrm>
          <a:prstGeom prst="roundRect">
            <a:avLst/>
          </a:prstGeom>
          <a:solidFill>
            <a:srgbClr val="FFFFFF"/>
          </a:solidFill>
          <a:ln w="3620">
            <a:solidFill>
              <a:srgbClr val="DFDFDF"/>
            </a:solidFill>
            <a:prstDash val="solid"/>
          </a:ln>
        </p:spPr>
      </p:sp>
      <p:sp>
        <p:nvSpPr>
          <p:cNvPr id="48" name="Shape 45"/>
          <p:cNvSpPr/>
          <p:nvPr/>
        </p:nvSpPr>
        <p:spPr>
          <a:xfrm>
            <a:off x="7571232" y="2345436"/>
            <a:ext cx="528066" cy="246888"/>
          </a:xfrm>
          <a:prstGeom prst="rect">
            <a:avLst/>
          </a:prstGeom>
          <a:noFill/>
          <a:ln w="5882">
            <a:solidFill>
              <a:srgbClr val="DFDFDF"/>
            </a:solidFill>
            <a:prstDash val="solid"/>
          </a:ln>
        </p:spPr>
      </p:sp>
      <p:sp>
        <p:nvSpPr>
          <p:cNvPr id="49" name="Shape 46"/>
          <p:cNvSpPr/>
          <p:nvPr/>
        </p:nvSpPr>
        <p:spPr>
          <a:xfrm>
            <a:off x="7571232" y="2592324"/>
            <a:ext cx="528066" cy="363474"/>
          </a:xfrm>
          <a:prstGeom prst="rect">
            <a:avLst/>
          </a:prstGeom>
          <a:noFill/>
          <a:ln w="5882">
            <a:solidFill>
              <a:srgbClr val="DFDFDF"/>
            </a:solidFill>
            <a:prstDash val="solid"/>
          </a:ln>
        </p:spPr>
      </p:sp>
      <p:sp>
        <p:nvSpPr>
          <p:cNvPr id="50" name="Shape 47"/>
          <p:cNvSpPr/>
          <p:nvPr/>
        </p:nvSpPr>
        <p:spPr>
          <a:xfrm>
            <a:off x="7372350" y="2407158"/>
            <a:ext cx="390906" cy="390906"/>
          </a:xfrm>
          <a:prstGeom prst="ellipse">
            <a:avLst/>
          </a:prstGeom>
          <a:solidFill>
            <a:srgbClr val="1C1C1C"/>
          </a:solidFill>
          <a:ln w="4524">
            <a:solidFill>
              <a:srgbClr val="1C1C1C"/>
            </a:solidFill>
            <a:prstDash val="solid"/>
          </a:ln>
        </p:spPr>
      </p:sp>
      <p:sp>
        <p:nvSpPr>
          <p:cNvPr id="51" name="Shape 48"/>
          <p:cNvSpPr/>
          <p:nvPr/>
        </p:nvSpPr>
        <p:spPr>
          <a:xfrm>
            <a:off x="8010144" y="2194560"/>
            <a:ext cx="253746" cy="253746"/>
          </a:xfrm>
          <a:prstGeom prst="ellipse">
            <a:avLst/>
          </a:prstGeom>
          <a:solidFill>
            <a:srgbClr val="FFFFFF"/>
          </a:solidFill>
          <a:ln w="4524">
            <a:solidFill>
              <a:srgbClr val="DFDFDF"/>
            </a:solidFill>
            <a:prstDash val="solid"/>
          </a:ln>
        </p:spPr>
      </p:sp>
      <p:sp>
        <p:nvSpPr>
          <p:cNvPr id="52" name="Shape 49"/>
          <p:cNvSpPr/>
          <p:nvPr/>
        </p:nvSpPr>
        <p:spPr>
          <a:xfrm>
            <a:off x="8010144" y="2825496"/>
            <a:ext cx="253746" cy="253746"/>
          </a:xfrm>
          <a:prstGeom prst="ellipse">
            <a:avLst/>
          </a:prstGeom>
          <a:solidFill>
            <a:srgbClr val="3ECF8E"/>
          </a:solidFill>
          <a:ln w="4524">
            <a:solidFill>
              <a:srgbClr val="3ECF8E"/>
            </a:solidFill>
            <a:prstDash val="solid"/>
          </a:ln>
        </p:spPr>
      </p:sp>
      <p:sp>
        <p:nvSpPr>
          <p:cNvPr id="53" name="Shape 50"/>
          <p:cNvSpPr/>
          <p:nvPr/>
        </p:nvSpPr>
        <p:spPr>
          <a:xfrm>
            <a:off x="7118604" y="3552444"/>
            <a:ext cx="1227582" cy="294894"/>
          </a:xfrm>
          <a:prstGeom prst="rect">
            <a:avLst/>
          </a:prstGeom>
          <a:noFill/>
          <a:ln/>
        </p:spPr>
      </p:sp>
      <p:sp>
        <p:nvSpPr>
          <p:cNvPr id="54" name="Shape 51"/>
          <p:cNvSpPr/>
          <p:nvPr/>
        </p:nvSpPr>
        <p:spPr>
          <a:xfrm>
            <a:off x="7118604" y="3552444"/>
            <a:ext cx="1227582" cy="294894"/>
          </a:xfrm>
          <a:prstGeom prst="rect">
            <a:avLst/>
          </a:prstGeom>
          <a:noFill/>
          <a:ln/>
        </p:spPr>
      </p:sp>
      <p:sp>
        <p:nvSpPr>
          <p:cNvPr id="55" name="Text 52"/>
          <p:cNvSpPr/>
          <p:nvPr/>
        </p:nvSpPr>
        <p:spPr>
          <a:xfrm>
            <a:off x="7118604" y="3552444"/>
            <a:ext cx="1227582" cy="294894"/>
          </a:xfrm>
          <a:prstGeom prst="rect">
            <a:avLst/>
          </a:prstGeom>
          <a:noFill/>
          <a:ln/>
        </p:spPr>
        <p:txBody>
          <a:bodyPr wrap="square" lIns="0" tIns="0" rIns="0" bIns="0" rtlCol="0" anchor="ctr"/>
          <a:lstStyle/>
          <a:p>
            <a:pPr algn="l" indent="0" marL="0">
              <a:lnSpc>
                <a:spcPts val="1112"/>
              </a:lnSpc>
              <a:buNone/>
            </a:pPr>
            <a:r>
              <a:rPr lang="en-US" sz="919" b="1" dirty="0">
                <a:solidFill>
                  <a:srgbClr val="171717">
                    <a:alpha val="99000"/>
                  </a:srgbClr>
                </a:solidFill>
                <a:latin typeface="Inter" pitchFamily="34" charset="0"/>
                <a:ea typeface="Inter" pitchFamily="34" charset="-122"/>
                <a:cs typeface="Inter" pitchFamily="34" charset="-120"/>
              </a:rPr>
              <a:t>LangGraph</a:t>
            </a:r>
            <a:endParaRPr lang="en-US" sz="919"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866775" y="490538"/>
            <a:ext cx="7410450" cy="41624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428625"/>
            <a:ext cx="6858000" cy="438150"/>
          </a:xfrm>
          <a:prstGeom prst="rect">
            <a:avLst/>
          </a:prstGeom>
          <a:solidFill>
            <a:srgbClr val="FFFFFF"/>
          </a:solidFill>
          <a:ln w="4524">
            <a:solidFill>
              <a:srgbClr val="E6E9E6"/>
            </a:solidFill>
            <a:prstDash val="solid"/>
          </a:ln>
        </p:spPr>
      </p:sp>
      <p:sp>
        <p:nvSpPr>
          <p:cNvPr id="3" name="Shape 1"/>
          <p:cNvSpPr/>
          <p:nvPr/>
        </p:nvSpPr>
        <p:spPr>
          <a:xfrm>
            <a:off x="1452563" y="519113"/>
            <a:ext cx="1143000" cy="257175"/>
          </a:xfrm>
          <a:prstGeom prst="rect">
            <a:avLst/>
          </a:prstGeom>
          <a:solidFill>
            <a:srgbClr val="FFFFFF"/>
          </a:solidFill>
          <a:ln/>
        </p:spPr>
      </p:sp>
      <p:sp>
        <p:nvSpPr>
          <p:cNvPr id="4" name="Text 2"/>
          <p:cNvSpPr/>
          <p:nvPr/>
        </p:nvSpPr>
        <p:spPr>
          <a:xfrm>
            <a:off x="1452563" y="519113"/>
            <a:ext cx="571500" cy="147638"/>
          </a:xfrm>
          <a:prstGeom prst="rect">
            <a:avLst/>
          </a:prstGeom>
          <a:noFill/>
          <a:ln/>
        </p:spPr>
        <p:txBody>
          <a:bodyPr wrap="square" lIns="0" tIns="0" rIns="0" bIns="0" rtlCol="0" anchor="t"/>
          <a:lstStyle/>
          <a:p>
            <a:pPr algn="l" indent="0" marL="0">
              <a:lnSpc>
                <a:spcPts val="1112"/>
              </a:lnSpc>
              <a:buNone/>
            </a:pPr>
            <a:r>
              <a:rPr lang="en-US" sz="926" b="1" dirty="0">
                <a:solidFill>
                  <a:srgbClr val="171D18">
                    <a:alpha val="99000"/>
                  </a:srgbClr>
                </a:solidFill>
                <a:latin typeface="Noto Sans KR" pitchFamily="34" charset="0"/>
                <a:ea typeface="Noto Sans KR" pitchFamily="34" charset="-122"/>
                <a:cs typeface="Noto Sans KR" pitchFamily="34" charset="-120"/>
              </a:rPr>
              <a:t>스윙분석기</a:t>
            </a:r>
            <a:endParaRPr lang="en-US" sz="926" dirty="0"/>
          </a:p>
        </p:txBody>
      </p:sp>
      <p:sp>
        <p:nvSpPr>
          <p:cNvPr id="5" name="Text 3"/>
          <p:cNvSpPr/>
          <p:nvPr/>
        </p:nvSpPr>
        <p:spPr>
          <a:xfrm>
            <a:off x="1452563" y="676275"/>
            <a:ext cx="347663" cy="57150"/>
          </a:xfrm>
          <a:prstGeom prst="rect">
            <a:avLst/>
          </a:prstGeom>
          <a:noFill/>
          <a:ln/>
        </p:spPr>
        <p:txBody>
          <a:bodyPr wrap="square" lIns="0" tIns="0" rIns="0" bIns="0" rtlCol="0" anchor="t"/>
          <a:lstStyle/>
          <a:p>
            <a:pPr algn="l" indent="0" marL="0">
              <a:lnSpc>
                <a:spcPts val="427"/>
              </a:lnSpc>
              <a:buNone/>
            </a:pPr>
            <a:r>
              <a:rPr lang="en-US" sz="356" dirty="0">
                <a:solidFill>
                  <a:srgbClr val="6D746F">
                    <a:alpha val="99000"/>
                  </a:srgbClr>
                </a:solidFill>
                <a:latin typeface="Noto Sans KR" pitchFamily="34" charset="0"/>
                <a:ea typeface="Noto Sans KR" pitchFamily="34" charset="-122"/>
                <a:cs typeface="Noto Sans KR" pitchFamily="34" charset="-120"/>
              </a:rPr>
              <a:t>AI GOLF COACH</a:t>
            </a:r>
            <a:endParaRPr lang="en-US" sz="356" dirty="0"/>
          </a:p>
        </p:txBody>
      </p:sp>
      <p:sp>
        <p:nvSpPr>
          <p:cNvPr id="6" name="Shape 4"/>
          <p:cNvSpPr/>
          <p:nvPr/>
        </p:nvSpPr>
        <p:spPr>
          <a:xfrm>
            <a:off x="3083719" y="528638"/>
            <a:ext cx="3071813" cy="238125"/>
          </a:xfrm>
          <a:prstGeom prst="rect">
            <a:avLst/>
          </a:prstGeom>
          <a:solidFill>
            <a:srgbClr val="FFFFFF"/>
          </a:solidFill>
          <a:ln/>
        </p:spPr>
      </p:sp>
      <p:sp>
        <p:nvSpPr>
          <p:cNvPr id="7" name="Text 5"/>
          <p:cNvSpPr/>
          <p:nvPr/>
        </p:nvSpPr>
        <p:spPr>
          <a:xfrm>
            <a:off x="3083719" y="602456"/>
            <a:ext cx="142875" cy="90488"/>
          </a:xfrm>
          <a:prstGeom prst="rect">
            <a:avLst/>
          </a:prstGeom>
          <a:noFill/>
          <a:ln/>
        </p:spPr>
        <p:txBody>
          <a:bodyPr wrap="square" lIns="0" tIns="0" rIns="0" bIns="0" rtlCol="0" anchor="t"/>
          <a:lstStyle/>
          <a:p>
            <a:pPr algn="l" indent="0" marL="0">
              <a:lnSpc>
                <a:spcPts val="684"/>
              </a:lnSpc>
              <a:buNone/>
            </a:pPr>
            <a:r>
              <a:rPr lang="en-US" sz="570" dirty="0">
                <a:solidFill>
                  <a:srgbClr val="39413B">
                    <a:alpha val="99000"/>
                  </a:srgbClr>
                </a:solidFill>
                <a:latin typeface="Noto Sans KR" pitchFamily="34" charset="0"/>
                <a:ea typeface="Noto Sans KR" pitchFamily="34" charset="-122"/>
                <a:cs typeface="Noto Sans KR" pitchFamily="34" charset="-120"/>
              </a:rPr>
              <a:t>메인</a:t>
            </a:r>
            <a:endParaRPr lang="en-US" sz="570" dirty="0"/>
          </a:p>
        </p:txBody>
      </p:sp>
      <p:sp>
        <p:nvSpPr>
          <p:cNvPr id="8" name="Text 6"/>
          <p:cNvSpPr/>
          <p:nvPr/>
        </p:nvSpPr>
        <p:spPr>
          <a:xfrm>
            <a:off x="3402806" y="602456"/>
            <a:ext cx="300038" cy="90488"/>
          </a:xfrm>
          <a:prstGeom prst="rect">
            <a:avLst/>
          </a:prstGeom>
          <a:noFill/>
          <a:ln/>
        </p:spPr>
        <p:txBody>
          <a:bodyPr wrap="square" lIns="0" tIns="0" rIns="0" bIns="0" rtlCol="0" anchor="t"/>
          <a:lstStyle/>
          <a:p>
            <a:pPr algn="l" indent="0" marL="0">
              <a:lnSpc>
                <a:spcPts val="684"/>
              </a:lnSpc>
              <a:buNone/>
            </a:pPr>
            <a:r>
              <a:rPr lang="en-US" sz="570" dirty="0">
                <a:solidFill>
                  <a:srgbClr val="39413B">
                    <a:alpha val="99000"/>
                  </a:srgbClr>
                </a:solidFill>
                <a:latin typeface="Noto Sans KR" pitchFamily="34" charset="0"/>
                <a:ea typeface="Noto Sans KR" pitchFamily="34" charset="-122"/>
                <a:cs typeface="Noto Sans KR" pitchFamily="34" charset="-120"/>
              </a:rPr>
              <a:t>스윙 분석</a:t>
            </a:r>
            <a:endParaRPr lang="en-US" sz="570" dirty="0"/>
          </a:p>
        </p:txBody>
      </p:sp>
      <p:sp>
        <p:nvSpPr>
          <p:cNvPr id="9" name="Text 7"/>
          <p:cNvSpPr/>
          <p:nvPr/>
        </p:nvSpPr>
        <p:spPr>
          <a:xfrm>
            <a:off x="3879056" y="602456"/>
            <a:ext cx="300038" cy="90488"/>
          </a:xfrm>
          <a:prstGeom prst="rect">
            <a:avLst/>
          </a:prstGeom>
          <a:noFill/>
          <a:ln/>
        </p:spPr>
        <p:txBody>
          <a:bodyPr wrap="square" lIns="0" tIns="0" rIns="0" bIns="0" rtlCol="0" anchor="t"/>
          <a:lstStyle/>
          <a:p>
            <a:pPr algn="l" indent="0" marL="0">
              <a:lnSpc>
                <a:spcPts val="684"/>
              </a:lnSpc>
              <a:buNone/>
            </a:pPr>
            <a:r>
              <a:rPr lang="en-US" sz="570" dirty="0">
                <a:solidFill>
                  <a:srgbClr val="39413B">
                    <a:alpha val="99000"/>
                  </a:srgbClr>
                </a:solidFill>
                <a:latin typeface="Noto Sans KR" pitchFamily="34" charset="0"/>
                <a:ea typeface="Noto Sans KR" pitchFamily="34" charset="-122"/>
                <a:cs typeface="Noto Sans KR" pitchFamily="34" charset="-120"/>
              </a:rPr>
              <a:t>필드 부킹</a:t>
            </a:r>
            <a:endParaRPr lang="en-US" sz="570" dirty="0"/>
          </a:p>
        </p:txBody>
      </p:sp>
      <p:sp>
        <p:nvSpPr>
          <p:cNvPr id="10" name="Text 8"/>
          <p:cNvSpPr/>
          <p:nvPr/>
        </p:nvSpPr>
        <p:spPr>
          <a:xfrm>
            <a:off x="4355306" y="602456"/>
            <a:ext cx="214313" cy="90488"/>
          </a:xfrm>
          <a:prstGeom prst="rect">
            <a:avLst/>
          </a:prstGeom>
          <a:noFill/>
          <a:ln/>
        </p:spPr>
        <p:txBody>
          <a:bodyPr wrap="square" lIns="0" tIns="0" rIns="0" bIns="0" rtlCol="0" anchor="t"/>
          <a:lstStyle/>
          <a:p>
            <a:pPr algn="l" indent="0" marL="0">
              <a:lnSpc>
                <a:spcPts val="684"/>
              </a:lnSpc>
              <a:buNone/>
            </a:pPr>
            <a:r>
              <a:rPr lang="en-US" sz="570" dirty="0">
                <a:solidFill>
                  <a:srgbClr val="145B3B">
                    <a:alpha val="99000"/>
                  </a:srgbClr>
                </a:solidFill>
                <a:latin typeface="Noto Sans KR" pitchFamily="34" charset="0"/>
                <a:ea typeface="Noto Sans KR" pitchFamily="34" charset="-122"/>
                <a:cs typeface="Noto Sans KR" pitchFamily="34" charset="-120"/>
              </a:rPr>
              <a:t>중고채</a:t>
            </a:r>
            <a:endParaRPr lang="en-US" sz="570" dirty="0"/>
          </a:p>
        </p:txBody>
      </p:sp>
      <p:sp>
        <p:nvSpPr>
          <p:cNvPr id="11" name="Text 9"/>
          <p:cNvSpPr/>
          <p:nvPr/>
        </p:nvSpPr>
        <p:spPr>
          <a:xfrm>
            <a:off x="4745831" y="602456"/>
            <a:ext cx="280988" cy="90488"/>
          </a:xfrm>
          <a:prstGeom prst="rect">
            <a:avLst/>
          </a:prstGeom>
          <a:noFill/>
          <a:ln/>
        </p:spPr>
        <p:txBody>
          <a:bodyPr wrap="square" lIns="0" tIns="0" rIns="0" bIns="0" rtlCol="0" anchor="t"/>
          <a:lstStyle/>
          <a:p>
            <a:pPr algn="l" indent="0" marL="0">
              <a:lnSpc>
                <a:spcPts val="684"/>
              </a:lnSpc>
              <a:buNone/>
            </a:pPr>
            <a:r>
              <a:rPr lang="en-US" sz="570" dirty="0">
                <a:solidFill>
                  <a:srgbClr val="39413B">
                    <a:alpha val="99000"/>
                  </a:srgbClr>
                </a:solidFill>
                <a:latin typeface="Noto Sans KR" pitchFamily="34" charset="0"/>
                <a:ea typeface="Noto Sans KR" pitchFamily="34" charset="-122"/>
                <a:cs typeface="Noto Sans KR" pitchFamily="34" charset="-120"/>
              </a:rPr>
              <a:t>커뮤니티</a:t>
            </a:r>
            <a:endParaRPr lang="en-US" sz="570" dirty="0"/>
          </a:p>
        </p:txBody>
      </p:sp>
      <p:sp>
        <p:nvSpPr>
          <p:cNvPr id="12" name="Shape 10"/>
          <p:cNvSpPr/>
          <p:nvPr/>
        </p:nvSpPr>
        <p:spPr>
          <a:xfrm>
            <a:off x="6643688" y="528638"/>
            <a:ext cx="1047750" cy="238125"/>
          </a:xfrm>
          <a:prstGeom prst="rect">
            <a:avLst/>
          </a:prstGeom>
          <a:solidFill>
            <a:srgbClr val="FFFFFF"/>
          </a:solidFill>
          <a:ln/>
        </p:spPr>
      </p:sp>
      <p:sp>
        <p:nvSpPr>
          <p:cNvPr id="13" name="Text 11"/>
          <p:cNvSpPr/>
          <p:nvPr/>
        </p:nvSpPr>
        <p:spPr>
          <a:xfrm>
            <a:off x="6643688" y="604838"/>
            <a:ext cx="200025" cy="85725"/>
          </a:xfrm>
          <a:prstGeom prst="rect">
            <a:avLst/>
          </a:prstGeom>
          <a:noFill/>
          <a:ln/>
        </p:spPr>
        <p:txBody>
          <a:bodyPr wrap="square" lIns="0" tIns="0" rIns="0" bIns="0" rtlCol="0" anchor="t"/>
          <a:lstStyle/>
          <a:p>
            <a:pPr algn="l" indent="0" marL="0">
              <a:lnSpc>
                <a:spcPts val="641"/>
              </a:lnSpc>
              <a:buNone/>
            </a:pPr>
            <a:r>
              <a:rPr lang="en-US" sz="534" dirty="0">
                <a:solidFill>
                  <a:srgbClr val="39413B">
                    <a:alpha val="99000"/>
                  </a:srgbClr>
                </a:solidFill>
                <a:latin typeface="Noto Sans KR" pitchFamily="34" charset="0"/>
                <a:ea typeface="Noto Sans KR" pitchFamily="34" charset="-122"/>
                <a:cs typeface="Noto Sans KR" pitchFamily="34" charset="-120"/>
              </a:rPr>
              <a:t>로그인</a:t>
            </a:r>
            <a:endParaRPr lang="en-US" sz="534" dirty="0"/>
          </a:p>
        </p:txBody>
      </p:sp>
      <p:sp>
        <p:nvSpPr>
          <p:cNvPr id="14" name="Shape 12"/>
          <p:cNvSpPr/>
          <p:nvPr/>
        </p:nvSpPr>
        <p:spPr>
          <a:xfrm>
            <a:off x="6938963" y="547688"/>
            <a:ext cx="619125" cy="200025"/>
          </a:xfrm>
          <a:prstGeom prst="roundRect">
            <a:avLst>
              <a:gd name="adj" fmla="val 32000"/>
            </a:avLst>
          </a:prstGeom>
          <a:solidFill>
            <a:srgbClr val="3ECF8E"/>
          </a:solidFill>
          <a:ln/>
        </p:spPr>
      </p:sp>
      <p:sp>
        <p:nvSpPr>
          <p:cNvPr id="15" name="Text 13"/>
          <p:cNvSpPr/>
          <p:nvPr/>
        </p:nvSpPr>
        <p:spPr>
          <a:xfrm>
            <a:off x="7108031" y="604838"/>
            <a:ext cx="280988" cy="85725"/>
          </a:xfrm>
          <a:prstGeom prst="rect">
            <a:avLst/>
          </a:prstGeom>
          <a:noFill/>
          <a:ln/>
        </p:spPr>
        <p:txBody>
          <a:bodyPr wrap="square" lIns="0" tIns="0" rIns="0" bIns="0" rtlCol="0" anchor="t"/>
          <a:lstStyle/>
          <a:p>
            <a:pPr algn="l" indent="0" marL="0">
              <a:lnSpc>
                <a:spcPts val="641"/>
              </a:lnSpc>
              <a:buNone/>
            </a:pPr>
            <a:r>
              <a:rPr lang="en-US" sz="534" b="1" dirty="0">
                <a:solidFill>
                  <a:srgbClr val="102118">
                    <a:alpha val="99000"/>
                  </a:srgbClr>
                </a:solidFill>
                <a:latin typeface="Noto Sans KR" pitchFamily="34" charset="0"/>
                <a:ea typeface="Noto Sans KR" pitchFamily="34" charset="-122"/>
                <a:cs typeface="Noto Sans KR" pitchFamily="34" charset="-120"/>
              </a:rPr>
              <a:t>분석 시작</a:t>
            </a:r>
            <a:endParaRPr lang="en-US" sz="534" dirty="0"/>
          </a:p>
        </p:txBody>
      </p:sp>
      <p:sp>
        <p:nvSpPr>
          <p:cNvPr id="16" name="Shape 14"/>
          <p:cNvSpPr/>
          <p:nvPr/>
        </p:nvSpPr>
        <p:spPr>
          <a:xfrm>
            <a:off x="1143000" y="866775"/>
            <a:ext cx="6858000" cy="3848100"/>
          </a:xfrm>
          <a:prstGeom prst="rect">
            <a:avLst/>
          </a:prstGeom>
          <a:solidFill>
            <a:srgbClr val="FFFFFF"/>
          </a:solidFill>
          <a:ln/>
        </p:spPr>
      </p:sp>
      <p:sp>
        <p:nvSpPr>
          <p:cNvPr id="17" name="Shape 15"/>
          <p:cNvSpPr/>
          <p:nvPr/>
        </p:nvSpPr>
        <p:spPr>
          <a:xfrm>
            <a:off x="1447800" y="1057275"/>
            <a:ext cx="6248400" cy="485775"/>
          </a:xfrm>
          <a:prstGeom prst="rect">
            <a:avLst/>
          </a:prstGeom>
          <a:noFill/>
          <a:ln/>
        </p:spPr>
      </p:sp>
      <p:sp>
        <p:nvSpPr>
          <p:cNvPr id="18" name="Shape 16"/>
          <p:cNvSpPr/>
          <p:nvPr/>
        </p:nvSpPr>
        <p:spPr>
          <a:xfrm>
            <a:off x="1447800" y="1057275"/>
            <a:ext cx="4514850" cy="485775"/>
          </a:xfrm>
          <a:prstGeom prst="rect">
            <a:avLst/>
          </a:prstGeom>
          <a:noFill/>
          <a:ln/>
        </p:spPr>
      </p:sp>
      <p:sp>
        <p:nvSpPr>
          <p:cNvPr id="19" name="Text 17"/>
          <p:cNvSpPr/>
          <p:nvPr/>
        </p:nvSpPr>
        <p:spPr>
          <a:xfrm>
            <a:off x="1447800" y="1057275"/>
            <a:ext cx="409575" cy="76200"/>
          </a:xfrm>
          <a:prstGeom prst="rect">
            <a:avLst/>
          </a:prstGeom>
          <a:noFill/>
          <a:ln/>
        </p:spPr>
        <p:txBody>
          <a:bodyPr wrap="square" lIns="0" tIns="0" rIns="0" bIns="0" rtlCol="0" anchor="t"/>
          <a:lstStyle/>
          <a:p>
            <a:pPr algn="l" indent="0" marL="0">
              <a:lnSpc>
                <a:spcPts val="556"/>
              </a:lnSpc>
              <a:buNone/>
            </a:pPr>
            <a:r>
              <a:rPr lang="en-US" sz="463" dirty="0">
                <a:solidFill>
                  <a:srgbClr val="6D746F">
                    <a:alpha val="99000"/>
                  </a:srgbClr>
                </a:solidFill>
                <a:latin typeface="Noto Sans KR" pitchFamily="34" charset="0"/>
                <a:ea typeface="Noto Sans KR" pitchFamily="34" charset="-122"/>
                <a:cs typeface="Noto Sans KR" pitchFamily="34" charset="-120"/>
              </a:rPr>
              <a:t>홈 / 중고 골프채</a:t>
            </a:r>
            <a:endParaRPr lang="en-US" sz="463" dirty="0"/>
          </a:p>
        </p:txBody>
      </p:sp>
      <p:sp>
        <p:nvSpPr>
          <p:cNvPr id="20" name="Text 18"/>
          <p:cNvSpPr/>
          <p:nvPr/>
        </p:nvSpPr>
        <p:spPr>
          <a:xfrm>
            <a:off x="1447800" y="1190625"/>
            <a:ext cx="738188" cy="180975"/>
          </a:xfrm>
          <a:prstGeom prst="rect">
            <a:avLst/>
          </a:prstGeom>
          <a:noFill/>
          <a:ln/>
        </p:spPr>
        <p:txBody>
          <a:bodyPr wrap="square" lIns="0" tIns="0" rIns="0" bIns="0" rtlCol="0" anchor="t"/>
          <a:lstStyle/>
          <a:p>
            <a:pPr algn="l" indent="0" marL="0">
              <a:lnSpc>
                <a:spcPts val="1368"/>
              </a:lnSpc>
              <a:buNone/>
            </a:pPr>
            <a:r>
              <a:rPr lang="en-US" sz="1140" b="1" dirty="0">
                <a:solidFill>
                  <a:srgbClr val="171D18">
                    <a:alpha val="99000"/>
                  </a:srgbClr>
                </a:solidFill>
                <a:latin typeface="Noto Sans KR" pitchFamily="34" charset="0"/>
                <a:ea typeface="Noto Sans KR" pitchFamily="34" charset="-122"/>
                <a:cs typeface="Noto Sans KR" pitchFamily="34" charset="-120"/>
              </a:rPr>
              <a:t>중고 골프채</a:t>
            </a:r>
            <a:endParaRPr lang="en-US" sz="1140" dirty="0"/>
          </a:p>
        </p:txBody>
      </p:sp>
      <p:sp>
        <p:nvSpPr>
          <p:cNvPr id="21" name="Text 19"/>
          <p:cNvSpPr/>
          <p:nvPr/>
        </p:nvSpPr>
        <p:spPr>
          <a:xfrm>
            <a:off x="1447800" y="1428750"/>
            <a:ext cx="4514850" cy="114300"/>
          </a:xfrm>
          <a:prstGeom prst="rect">
            <a:avLst/>
          </a:prstGeom>
          <a:noFill/>
          <a:ln/>
        </p:spPr>
        <p:txBody>
          <a:bodyPr wrap="square" lIns="0" tIns="0" rIns="0" bIns="0" rtlCol="0" anchor="t"/>
          <a:lstStyle/>
          <a:p>
            <a:pPr algn="l" indent="0" marL="0">
              <a:lnSpc>
                <a:spcPts val="855"/>
              </a:lnSpc>
              <a:buNone/>
            </a:pPr>
            <a:r>
              <a:rPr lang="en-US" sz="570" dirty="0">
                <a:solidFill>
                  <a:srgbClr val="39413B">
                    <a:alpha val="99000"/>
                  </a:srgbClr>
                </a:solidFill>
                <a:latin typeface="Noto Sans KR" pitchFamily="34" charset="0"/>
                <a:ea typeface="Noto Sans KR" pitchFamily="34" charset="-122"/>
                <a:cs typeface="Noto Sans KR" pitchFamily="34" charset="-120"/>
              </a:rPr>
              <a:t>카테고리와 사양을 확인하고, 스윙 고민과 연결합니다.</a:t>
            </a:r>
            <a:endParaRPr lang="en-US" sz="570" dirty="0"/>
          </a:p>
        </p:txBody>
      </p:sp>
      <p:sp>
        <p:nvSpPr>
          <p:cNvPr id="22" name="Shape 20"/>
          <p:cNvSpPr/>
          <p:nvPr/>
        </p:nvSpPr>
        <p:spPr>
          <a:xfrm>
            <a:off x="6972300" y="1057275"/>
            <a:ext cx="723900" cy="152400"/>
          </a:xfrm>
          <a:prstGeom prst="roundRect">
            <a:avLst>
              <a:gd name="adj" fmla="val 72000"/>
            </a:avLst>
          </a:prstGeom>
          <a:solidFill>
            <a:srgbClr val="EAF7EE"/>
          </a:solidFill>
          <a:ln/>
        </p:spPr>
      </p:sp>
      <p:sp>
        <p:nvSpPr>
          <p:cNvPr id="23" name="Text 21"/>
          <p:cNvSpPr/>
          <p:nvPr/>
        </p:nvSpPr>
        <p:spPr>
          <a:xfrm>
            <a:off x="7029450" y="1095375"/>
            <a:ext cx="609600" cy="76200"/>
          </a:xfrm>
          <a:prstGeom prst="rect">
            <a:avLst/>
          </a:prstGeom>
          <a:noFill/>
          <a:ln/>
        </p:spPr>
        <p:txBody>
          <a:bodyPr wrap="square" lIns="0" tIns="0" rIns="0" bIns="0" rtlCol="0" anchor="t"/>
          <a:lstStyle/>
          <a:p>
            <a:pPr algn="l" indent="0" marL="0">
              <a:lnSpc>
                <a:spcPts val="556"/>
              </a:lnSpc>
              <a:buNone/>
            </a:pPr>
            <a:r>
              <a:rPr lang="en-US" sz="463" b="1" dirty="0">
                <a:solidFill>
                  <a:srgbClr val="145B3B">
                    <a:alpha val="99000"/>
                  </a:srgbClr>
                </a:solidFill>
                <a:latin typeface="Noto Sans KR" pitchFamily="34" charset="0"/>
                <a:ea typeface="Noto Sans KR" pitchFamily="34" charset="-122"/>
                <a:cs typeface="Noto Sans KR" pitchFamily="34" charset="-120"/>
              </a:rPr>
              <a:t>샘플 매물 · 디자인 목업</a:t>
            </a:r>
            <a:endParaRPr lang="en-US" sz="463" dirty="0"/>
          </a:p>
        </p:txBody>
      </p:sp>
      <p:sp>
        <p:nvSpPr>
          <p:cNvPr id="24" name="Shape 22"/>
          <p:cNvSpPr/>
          <p:nvPr/>
        </p:nvSpPr>
        <p:spPr>
          <a:xfrm>
            <a:off x="1447800" y="1657350"/>
            <a:ext cx="6248400" cy="3048000"/>
          </a:xfrm>
          <a:prstGeom prst="rect">
            <a:avLst/>
          </a:prstGeom>
          <a:noFill/>
          <a:ln/>
        </p:spPr>
      </p:sp>
      <p:sp>
        <p:nvSpPr>
          <p:cNvPr id="25" name="Shape 23"/>
          <p:cNvSpPr/>
          <p:nvPr/>
        </p:nvSpPr>
        <p:spPr>
          <a:xfrm>
            <a:off x="1447800" y="1657350"/>
            <a:ext cx="4514850" cy="3048000"/>
          </a:xfrm>
          <a:prstGeom prst="roundRect">
            <a:avLst>
              <a:gd name="adj" fmla="val 3600"/>
            </a:avLst>
          </a:prstGeom>
          <a:solidFill>
            <a:srgbClr val="FFFFFF"/>
          </a:solidFill>
          <a:ln w="4524">
            <a:solidFill>
              <a:srgbClr val="E0E5E0"/>
            </a:solidFill>
            <a:prstDash val="solid"/>
          </a:ln>
        </p:spPr>
      </p:sp>
      <p:sp>
        <p:nvSpPr>
          <p:cNvPr id="26" name="Shape 24"/>
          <p:cNvSpPr/>
          <p:nvPr/>
        </p:nvSpPr>
        <p:spPr>
          <a:xfrm>
            <a:off x="1447800" y="1657350"/>
            <a:ext cx="4514850" cy="685800"/>
          </a:xfrm>
          <a:prstGeom prst="rect">
            <a:avLst/>
          </a:prstGeom>
          <a:noFill/>
          <a:ln/>
        </p:spPr>
      </p:sp>
      <p:sp>
        <p:nvSpPr>
          <p:cNvPr id="27" name="Shape 25"/>
          <p:cNvSpPr/>
          <p:nvPr/>
        </p:nvSpPr>
        <p:spPr>
          <a:xfrm>
            <a:off x="1562100" y="1771650"/>
            <a:ext cx="4286250" cy="228600"/>
          </a:xfrm>
          <a:prstGeom prst="roundRect">
            <a:avLst>
              <a:gd name="adj" fmla="val 48000"/>
            </a:avLst>
          </a:prstGeom>
          <a:solidFill>
            <a:srgbClr val="FFFFFF"/>
          </a:solidFill>
          <a:ln w="4524">
            <a:solidFill>
              <a:srgbClr val="E0E5E0"/>
            </a:solidFill>
            <a:prstDash val="solid"/>
          </a:ln>
        </p:spPr>
      </p:sp>
      <p:pic>
        <p:nvPicPr>
          <p:cNvPr id="28" name="Image 0" descr="preencoded.png">    </p:cNvPr>
          <p:cNvPicPr>
            <a:picLocks noChangeAspect="1"/>
          </p:cNvPicPr>
          <p:nvPr/>
        </p:nvPicPr>
        <p:blipFill>
          <a:blip r:embed="rId1"/>
          <a:srcRect l="0" r="0" t="0" b="0"/>
          <a:stretch/>
        </p:blipFill>
        <p:spPr>
          <a:xfrm>
            <a:off x="1638300" y="1843088"/>
            <a:ext cx="85725" cy="85725"/>
          </a:xfrm>
          <a:prstGeom prst="rect">
            <a:avLst/>
          </a:prstGeom>
        </p:spPr>
      </p:pic>
      <p:sp>
        <p:nvSpPr>
          <p:cNvPr id="29" name="Text 26"/>
          <p:cNvSpPr/>
          <p:nvPr/>
        </p:nvSpPr>
        <p:spPr>
          <a:xfrm>
            <a:off x="1781175" y="1845469"/>
            <a:ext cx="3990975" cy="80963"/>
          </a:xfrm>
          <a:prstGeom prst="rect">
            <a:avLst/>
          </a:prstGeom>
          <a:noFill/>
          <a:ln/>
        </p:spPr>
        <p:txBody>
          <a:bodyPr wrap="square" lIns="0" tIns="0" rIns="0" bIns="0" rtlCol="0" anchor="t"/>
          <a:lstStyle/>
          <a:p>
            <a:pPr algn="l" indent="0" marL="0">
              <a:lnSpc>
                <a:spcPts val="599"/>
              </a:lnSpc>
              <a:buNone/>
            </a:pPr>
            <a:r>
              <a:rPr lang="en-US" sz="499" dirty="0">
                <a:solidFill>
                  <a:srgbClr val="6D746F">
                    <a:alpha val="99000"/>
                  </a:srgbClr>
                </a:solidFill>
                <a:latin typeface="Noto Sans KR" pitchFamily="34" charset="0"/>
                <a:ea typeface="Noto Sans KR" pitchFamily="34" charset="-122"/>
                <a:cs typeface="Noto Sans KR" pitchFamily="34" charset="-120"/>
              </a:rPr>
              <a:t>제품명, 카테고리, 사양 검색</a:t>
            </a:r>
            <a:endParaRPr lang="en-US" sz="499" dirty="0"/>
          </a:p>
        </p:txBody>
      </p:sp>
      <p:sp>
        <p:nvSpPr>
          <p:cNvPr id="30" name="Shape 27"/>
          <p:cNvSpPr/>
          <p:nvPr/>
        </p:nvSpPr>
        <p:spPr>
          <a:xfrm>
            <a:off x="1562100" y="2076450"/>
            <a:ext cx="1562100" cy="152400"/>
          </a:xfrm>
          <a:prstGeom prst="rect">
            <a:avLst/>
          </a:prstGeom>
          <a:noFill/>
          <a:ln/>
        </p:spPr>
      </p:sp>
      <p:sp>
        <p:nvSpPr>
          <p:cNvPr id="31" name="Shape 28"/>
          <p:cNvSpPr/>
          <p:nvPr/>
        </p:nvSpPr>
        <p:spPr>
          <a:xfrm>
            <a:off x="1562100" y="2076450"/>
            <a:ext cx="247650" cy="152400"/>
          </a:xfrm>
          <a:prstGeom prst="roundRect">
            <a:avLst>
              <a:gd name="adj" fmla="val 72000"/>
            </a:avLst>
          </a:prstGeom>
          <a:solidFill>
            <a:srgbClr val="145B3B"/>
          </a:solidFill>
          <a:ln/>
        </p:spPr>
      </p:sp>
      <p:sp>
        <p:nvSpPr>
          <p:cNvPr id="32" name="Text 29"/>
          <p:cNvSpPr/>
          <p:nvPr/>
        </p:nvSpPr>
        <p:spPr>
          <a:xfrm>
            <a:off x="1628775" y="2114550"/>
            <a:ext cx="114300" cy="76200"/>
          </a:xfrm>
          <a:prstGeom prst="rect">
            <a:avLst/>
          </a:prstGeom>
          <a:noFill/>
          <a:ln/>
        </p:spPr>
        <p:txBody>
          <a:bodyPr wrap="square" lIns="0" tIns="0" rIns="0" bIns="0" rtlCol="0" anchor="t"/>
          <a:lstStyle/>
          <a:p>
            <a:pPr algn="l" indent="0" marL="0">
              <a:lnSpc>
                <a:spcPts val="556"/>
              </a:lnSpc>
              <a:buNone/>
            </a:pPr>
            <a:r>
              <a:rPr lang="en-US" sz="463" b="1" dirty="0">
                <a:solidFill>
                  <a:srgbClr val="FFFFFF">
                    <a:alpha val="99000"/>
                  </a:srgbClr>
                </a:solidFill>
                <a:latin typeface="Noto Sans KR" pitchFamily="34" charset="0"/>
                <a:ea typeface="Noto Sans KR" pitchFamily="34" charset="-122"/>
                <a:cs typeface="Noto Sans KR" pitchFamily="34" charset="-120"/>
              </a:rPr>
              <a:t>전체</a:t>
            </a:r>
            <a:endParaRPr lang="en-US" sz="463" dirty="0"/>
          </a:p>
        </p:txBody>
      </p:sp>
      <p:sp>
        <p:nvSpPr>
          <p:cNvPr id="33" name="Shape 30"/>
          <p:cNvSpPr/>
          <p:nvPr/>
        </p:nvSpPr>
        <p:spPr>
          <a:xfrm>
            <a:off x="1847850" y="2076450"/>
            <a:ext cx="361950" cy="152400"/>
          </a:xfrm>
          <a:prstGeom prst="roundRect">
            <a:avLst>
              <a:gd name="adj" fmla="val 72000"/>
            </a:avLst>
          </a:prstGeom>
          <a:solidFill>
            <a:srgbClr val="FFFFFF"/>
          </a:solidFill>
          <a:ln w="4524">
            <a:solidFill>
              <a:srgbClr val="E0E5E0"/>
            </a:solidFill>
            <a:prstDash val="solid"/>
          </a:ln>
        </p:spPr>
      </p:sp>
      <p:sp>
        <p:nvSpPr>
          <p:cNvPr id="34" name="Text 31"/>
          <p:cNvSpPr/>
          <p:nvPr/>
        </p:nvSpPr>
        <p:spPr>
          <a:xfrm>
            <a:off x="1914525" y="2114550"/>
            <a:ext cx="228600" cy="76200"/>
          </a:xfrm>
          <a:prstGeom prst="rect">
            <a:avLst/>
          </a:prstGeom>
          <a:noFill/>
          <a:ln/>
        </p:spPr>
        <p:txBody>
          <a:bodyPr wrap="square" lIns="0" tIns="0" rIns="0" bIns="0" rtlCol="0" anchor="t"/>
          <a:lstStyle/>
          <a:p>
            <a:pPr algn="l" indent="0" marL="0">
              <a:lnSpc>
                <a:spcPts val="556"/>
              </a:lnSpc>
              <a:buNone/>
            </a:pPr>
            <a:r>
              <a:rPr lang="en-US" sz="463" dirty="0">
                <a:solidFill>
                  <a:srgbClr val="39413B">
                    <a:alpha val="99000"/>
                  </a:srgbClr>
                </a:solidFill>
                <a:latin typeface="Noto Sans KR" pitchFamily="34" charset="0"/>
                <a:ea typeface="Noto Sans KR" pitchFamily="34" charset="-122"/>
                <a:cs typeface="Noto Sans KR" pitchFamily="34" charset="-120"/>
              </a:rPr>
              <a:t>드라이버</a:t>
            </a:r>
            <a:endParaRPr lang="en-US" sz="463" dirty="0"/>
          </a:p>
        </p:txBody>
      </p:sp>
      <p:sp>
        <p:nvSpPr>
          <p:cNvPr id="35" name="Shape 32"/>
          <p:cNvSpPr/>
          <p:nvPr/>
        </p:nvSpPr>
        <p:spPr>
          <a:xfrm>
            <a:off x="2247900" y="2076450"/>
            <a:ext cx="304800" cy="152400"/>
          </a:xfrm>
          <a:prstGeom prst="roundRect">
            <a:avLst>
              <a:gd name="adj" fmla="val 72000"/>
            </a:avLst>
          </a:prstGeom>
          <a:solidFill>
            <a:srgbClr val="FFFFFF"/>
          </a:solidFill>
          <a:ln w="4524">
            <a:solidFill>
              <a:srgbClr val="E0E5E0"/>
            </a:solidFill>
            <a:prstDash val="solid"/>
          </a:ln>
        </p:spPr>
      </p:sp>
      <p:sp>
        <p:nvSpPr>
          <p:cNvPr id="36" name="Text 33"/>
          <p:cNvSpPr/>
          <p:nvPr/>
        </p:nvSpPr>
        <p:spPr>
          <a:xfrm>
            <a:off x="2314575" y="2114550"/>
            <a:ext cx="171450" cy="76200"/>
          </a:xfrm>
          <a:prstGeom prst="rect">
            <a:avLst/>
          </a:prstGeom>
          <a:noFill/>
          <a:ln/>
        </p:spPr>
        <p:txBody>
          <a:bodyPr wrap="square" lIns="0" tIns="0" rIns="0" bIns="0" rtlCol="0" anchor="t"/>
          <a:lstStyle/>
          <a:p>
            <a:pPr algn="l" indent="0" marL="0">
              <a:lnSpc>
                <a:spcPts val="556"/>
              </a:lnSpc>
              <a:buNone/>
            </a:pPr>
            <a:r>
              <a:rPr lang="en-US" sz="463" dirty="0">
                <a:solidFill>
                  <a:srgbClr val="39413B">
                    <a:alpha val="99000"/>
                  </a:srgbClr>
                </a:solidFill>
                <a:latin typeface="Noto Sans KR" pitchFamily="34" charset="0"/>
                <a:ea typeface="Noto Sans KR" pitchFamily="34" charset="-122"/>
                <a:cs typeface="Noto Sans KR" pitchFamily="34" charset="-120"/>
              </a:rPr>
              <a:t>아이언</a:t>
            </a:r>
            <a:endParaRPr lang="en-US" sz="463" dirty="0"/>
          </a:p>
        </p:txBody>
      </p:sp>
      <p:sp>
        <p:nvSpPr>
          <p:cNvPr id="37" name="Shape 34"/>
          <p:cNvSpPr/>
          <p:nvPr/>
        </p:nvSpPr>
        <p:spPr>
          <a:xfrm>
            <a:off x="2590800" y="2076450"/>
            <a:ext cx="247650" cy="152400"/>
          </a:xfrm>
          <a:prstGeom prst="roundRect">
            <a:avLst>
              <a:gd name="adj" fmla="val 72000"/>
            </a:avLst>
          </a:prstGeom>
          <a:solidFill>
            <a:srgbClr val="FFFFFF"/>
          </a:solidFill>
          <a:ln w="4524">
            <a:solidFill>
              <a:srgbClr val="E0E5E0"/>
            </a:solidFill>
            <a:prstDash val="solid"/>
          </a:ln>
        </p:spPr>
      </p:sp>
      <p:sp>
        <p:nvSpPr>
          <p:cNvPr id="38" name="Text 35"/>
          <p:cNvSpPr/>
          <p:nvPr/>
        </p:nvSpPr>
        <p:spPr>
          <a:xfrm>
            <a:off x="2657475" y="2114550"/>
            <a:ext cx="114300" cy="76200"/>
          </a:xfrm>
          <a:prstGeom prst="rect">
            <a:avLst/>
          </a:prstGeom>
          <a:noFill/>
          <a:ln/>
        </p:spPr>
        <p:txBody>
          <a:bodyPr wrap="square" lIns="0" tIns="0" rIns="0" bIns="0" rtlCol="0" anchor="t"/>
          <a:lstStyle/>
          <a:p>
            <a:pPr algn="l" indent="0" marL="0">
              <a:lnSpc>
                <a:spcPts val="556"/>
              </a:lnSpc>
              <a:buNone/>
            </a:pPr>
            <a:r>
              <a:rPr lang="en-US" sz="463" dirty="0">
                <a:solidFill>
                  <a:srgbClr val="39413B">
                    <a:alpha val="99000"/>
                  </a:srgbClr>
                </a:solidFill>
                <a:latin typeface="Noto Sans KR" pitchFamily="34" charset="0"/>
                <a:ea typeface="Noto Sans KR" pitchFamily="34" charset="-122"/>
                <a:cs typeface="Noto Sans KR" pitchFamily="34" charset="-120"/>
              </a:rPr>
              <a:t>퍼터</a:t>
            </a:r>
            <a:endParaRPr lang="en-US" sz="463" dirty="0"/>
          </a:p>
        </p:txBody>
      </p:sp>
      <p:sp>
        <p:nvSpPr>
          <p:cNvPr id="39" name="Shape 36"/>
          <p:cNvSpPr/>
          <p:nvPr/>
        </p:nvSpPr>
        <p:spPr>
          <a:xfrm>
            <a:off x="2876550" y="2076450"/>
            <a:ext cx="247650" cy="152400"/>
          </a:xfrm>
          <a:prstGeom prst="roundRect">
            <a:avLst>
              <a:gd name="adj" fmla="val 72000"/>
            </a:avLst>
          </a:prstGeom>
          <a:solidFill>
            <a:srgbClr val="FFFFFF"/>
          </a:solidFill>
          <a:ln w="4524">
            <a:solidFill>
              <a:srgbClr val="E0E5E0"/>
            </a:solidFill>
            <a:prstDash val="solid"/>
          </a:ln>
        </p:spPr>
      </p:sp>
      <p:sp>
        <p:nvSpPr>
          <p:cNvPr id="40" name="Text 37"/>
          <p:cNvSpPr/>
          <p:nvPr/>
        </p:nvSpPr>
        <p:spPr>
          <a:xfrm>
            <a:off x="2943225" y="2114550"/>
            <a:ext cx="114300" cy="76200"/>
          </a:xfrm>
          <a:prstGeom prst="rect">
            <a:avLst/>
          </a:prstGeom>
          <a:noFill/>
          <a:ln/>
        </p:spPr>
        <p:txBody>
          <a:bodyPr wrap="square" lIns="0" tIns="0" rIns="0" bIns="0" rtlCol="0" anchor="t"/>
          <a:lstStyle/>
          <a:p>
            <a:pPr algn="l" indent="0" marL="0">
              <a:lnSpc>
                <a:spcPts val="556"/>
              </a:lnSpc>
              <a:buNone/>
            </a:pPr>
            <a:r>
              <a:rPr lang="en-US" sz="463" dirty="0">
                <a:solidFill>
                  <a:srgbClr val="39413B">
                    <a:alpha val="99000"/>
                  </a:srgbClr>
                </a:solidFill>
                <a:latin typeface="Noto Sans KR" pitchFamily="34" charset="0"/>
                <a:ea typeface="Noto Sans KR" pitchFamily="34" charset="-122"/>
                <a:cs typeface="Noto Sans KR" pitchFamily="34" charset="-120"/>
              </a:rPr>
              <a:t>웨지</a:t>
            </a:r>
            <a:endParaRPr lang="en-US" sz="463" dirty="0"/>
          </a:p>
        </p:txBody>
      </p:sp>
      <p:pic>
        <p:nvPicPr>
          <p:cNvPr id="41" name="Image 1" descr="preencoded.png">    </p:cNvPr>
          <p:cNvPicPr>
            <a:picLocks noChangeAspect="1"/>
          </p:cNvPicPr>
          <p:nvPr/>
        </p:nvPicPr>
        <p:blipFill>
          <a:blip r:embed="rId2"/>
          <a:srcRect l="0" r="0" t="0" b="0"/>
          <a:stretch/>
        </p:blipFill>
        <p:spPr>
          <a:xfrm>
            <a:off x="1447800" y="2343150"/>
            <a:ext cx="4514850" cy="266700"/>
          </a:xfrm>
          <a:prstGeom prst="rect">
            <a:avLst/>
          </a:prstGeom>
        </p:spPr>
      </p:pic>
      <p:pic>
        <p:nvPicPr>
          <p:cNvPr id="42" name="Image 2" descr="preencoded.png">    </p:cNvPr>
          <p:cNvPicPr>
            <a:picLocks noChangeAspect="1"/>
          </p:cNvPicPr>
          <p:nvPr/>
        </p:nvPicPr>
        <p:blipFill>
          <a:blip r:embed="rId3"/>
          <a:srcRect l="0" r="0" t="0" b="0"/>
          <a:stretch/>
        </p:blipFill>
        <p:spPr>
          <a:xfrm>
            <a:off x="1447800" y="2609850"/>
            <a:ext cx="4514850" cy="419100"/>
          </a:xfrm>
          <a:prstGeom prst="rect">
            <a:avLst/>
          </a:prstGeom>
        </p:spPr>
      </p:pic>
      <p:pic>
        <p:nvPicPr>
          <p:cNvPr id="43" name="Image 3" descr="preencoded.png">    </p:cNvPr>
          <p:cNvPicPr>
            <a:picLocks noChangeAspect="1"/>
          </p:cNvPicPr>
          <p:nvPr/>
        </p:nvPicPr>
        <p:blipFill>
          <a:blip r:embed="rId4"/>
          <a:srcRect l="0" r="0" t="0" b="0"/>
          <a:stretch/>
        </p:blipFill>
        <p:spPr>
          <a:xfrm>
            <a:off x="1447800" y="3028950"/>
            <a:ext cx="4514850" cy="419100"/>
          </a:xfrm>
          <a:prstGeom prst="rect">
            <a:avLst/>
          </a:prstGeom>
        </p:spPr>
      </p:pic>
      <p:pic>
        <p:nvPicPr>
          <p:cNvPr id="44" name="Image 4" descr="preencoded.png">    </p:cNvPr>
          <p:cNvPicPr>
            <a:picLocks noChangeAspect="1"/>
          </p:cNvPicPr>
          <p:nvPr/>
        </p:nvPicPr>
        <p:blipFill>
          <a:blip r:embed="rId5"/>
          <a:srcRect l="0" r="0" t="0" b="0"/>
          <a:stretch/>
        </p:blipFill>
        <p:spPr>
          <a:xfrm>
            <a:off x="1447800" y="3448050"/>
            <a:ext cx="4514850" cy="419100"/>
          </a:xfrm>
          <a:prstGeom prst="rect">
            <a:avLst/>
          </a:prstGeom>
        </p:spPr>
      </p:pic>
      <p:pic>
        <p:nvPicPr>
          <p:cNvPr id="45" name="Image 5" descr="preencoded.png">    </p:cNvPr>
          <p:cNvPicPr>
            <a:picLocks noChangeAspect="1"/>
          </p:cNvPicPr>
          <p:nvPr/>
        </p:nvPicPr>
        <p:blipFill>
          <a:blip r:embed="rId6"/>
          <a:srcRect l="0" r="0" t="0" b="0"/>
          <a:stretch/>
        </p:blipFill>
        <p:spPr>
          <a:xfrm>
            <a:off x="1447800" y="3867150"/>
            <a:ext cx="4514850" cy="419100"/>
          </a:xfrm>
          <a:prstGeom prst="rect">
            <a:avLst/>
          </a:prstGeom>
        </p:spPr>
      </p:pic>
      <p:sp>
        <p:nvSpPr>
          <p:cNvPr id="46" name="Shape 38"/>
          <p:cNvSpPr/>
          <p:nvPr/>
        </p:nvSpPr>
        <p:spPr>
          <a:xfrm>
            <a:off x="1447800" y="4286250"/>
            <a:ext cx="4514850" cy="419100"/>
          </a:xfrm>
          <a:prstGeom prst="rect">
            <a:avLst/>
          </a:prstGeom>
          <a:noFill/>
          <a:ln/>
        </p:spPr>
      </p:sp>
      <p:sp>
        <p:nvSpPr>
          <p:cNvPr id="47" name="Shape 39"/>
          <p:cNvSpPr/>
          <p:nvPr/>
        </p:nvSpPr>
        <p:spPr>
          <a:xfrm>
            <a:off x="1562100" y="4391025"/>
            <a:ext cx="2047875" cy="209550"/>
          </a:xfrm>
          <a:prstGeom prst="rect">
            <a:avLst/>
          </a:prstGeom>
          <a:noFill/>
          <a:ln/>
        </p:spPr>
      </p:sp>
      <p:pic>
        <p:nvPicPr>
          <p:cNvPr id="48" name="Image 6" descr="preencoded.png">    </p:cNvPr>
          <p:cNvPicPr>
            <a:picLocks noChangeAspect="1"/>
          </p:cNvPicPr>
          <p:nvPr/>
        </p:nvPicPr>
        <p:blipFill>
          <a:blip r:embed="rId7"/>
          <a:srcRect l="0" r="0" t="0" b="0"/>
          <a:stretch/>
        </p:blipFill>
        <p:spPr>
          <a:xfrm>
            <a:off x="1562100" y="4391025"/>
            <a:ext cx="209550" cy="209550"/>
          </a:xfrm>
          <a:prstGeom prst="rect">
            <a:avLst/>
          </a:prstGeom>
        </p:spPr>
      </p:pic>
      <p:sp>
        <p:nvSpPr>
          <p:cNvPr id="49" name="Shape 40"/>
          <p:cNvSpPr/>
          <p:nvPr/>
        </p:nvSpPr>
        <p:spPr>
          <a:xfrm>
            <a:off x="1828800" y="4405313"/>
            <a:ext cx="1190625" cy="180975"/>
          </a:xfrm>
          <a:prstGeom prst="rect">
            <a:avLst/>
          </a:prstGeom>
          <a:noFill/>
          <a:ln/>
        </p:spPr>
      </p:sp>
      <p:sp>
        <p:nvSpPr>
          <p:cNvPr id="50" name="Text 41"/>
          <p:cNvSpPr/>
          <p:nvPr/>
        </p:nvSpPr>
        <p:spPr>
          <a:xfrm>
            <a:off x="1828800" y="4405313"/>
            <a:ext cx="1190625" cy="85725"/>
          </a:xfrm>
          <a:prstGeom prst="rect">
            <a:avLst/>
          </a:prstGeom>
          <a:noFill/>
          <a:ln/>
        </p:spPr>
        <p:txBody>
          <a:bodyPr wrap="square" lIns="0" tIns="0" rIns="0" bIns="0" rtlCol="0" anchor="t"/>
          <a:lstStyle/>
          <a:p>
            <a:pPr algn="l" indent="0" marL="0">
              <a:lnSpc>
                <a:spcPts val="641"/>
              </a:lnSpc>
              <a:buNone/>
            </a:pPr>
            <a:r>
              <a:rPr lang="en-US" sz="534" b="1" dirty="0">
                <a:solidFill>
                  <a:srgbClr val="171D18">
                    <a:alpha val="99000"/>
                  </a:srgbClr>
                </a:solidFill>
                <a:latin typeface="Noto Sans KR" pitchFamily="34" charset="0"/>
                <a:ea typeface="Noto Sans KR" pitchFamily="34" charset="-122"/>
                <a:cs typeface="Noto Sans KR" pitchFamily="34" charset="-120"/>
              </a:rPr>
              <a:t>니켄트 유틸리티</a:t>
            </a:r>
            <a:endParaRPr lang="en-US" sz="534" dirty="0"/>
          </a:p>
        </p:txBody>
      </p:sp>
      <p:sp>
        <p:nvSpPr>
          <p:cNvPr id="51" name="Text 42"/>
          <p:cNvSpPr/>
          <p:nvPr/>
        </p:nvSpPr>
        <p:spPr>
          <a:xfrm>
            <a:off x="1828800" y="4510088"/>
            <a:ext cx="1190625" cy="76200"/>
          </a:xfrm>
          <a:prstGeom prst="rect">
            <a:avLst/>
          </a:prstGeom>
          <a:noFill/>
          <a:ln/>
        </p:spPr>
        <p:txBody>
          <a:bodyPr wrap="square" lIns="0" tIns="0" rIns="0" bIns="0" rtlCol="0" anchor="t"/>
          <a:lstStyle/>
          <a:p>
            <a:pPr algn="l" indent="0" marL="0">
              <a:lnSpc>
                <a:spcPts val="556"/>
              </a:lnSpc>
              <a:buNone/>
            </a:pPr>
            <a:r>
              <a:rPr lang="en-US" sz="463" dirty="0">
                <a:solidFill>
                  <a:srgbClr val="6D746F">
                    <a:alpha val="99000"/>
                  </a:srgbClr>
                </a:solidFill>
                <a:latin typeface="Noto Sans KR" pitchFamily="34" charset="0"/>
                <a:ea typeface="Noto Sans KR" pitchFamily="34" charset="-122"/>
                <a:cs typeface="Noto Sans KR" pitchFamily="34" charset="-120"/>
              </a:rPr>
              <a:t>샘플 매물</a:t>
            </a:r>
            <a:endParaRPr lang="en-US" sz="463" dirty="0"/>
          </a:p>
        </p:txBody>
      </p:sp>
      <p:sp>
        <p:nvSpPr>
          <p:cNvPr id="52" name="Text 43"/>
          <p:cNvSpPr/>
          <p:nvPr/>
        </p:nvSpPr>
        <p:spPr>
          <a:xfrm>
            <a:off x="3667125" y="4455319"/>
            <a:ext cx="952500" cy="80963"/>
          </a:xfrm>
          <a:prstGeom prst="rect">
            <a:avLst/>
          </a:prstGeom>
          <a:noFill/>
          <a:ln/>
        </p:spPr>
        <p:txBody>
          <a:bodyPr wrap="square" lIns="0" tIns="0" rIns="0" bIns="0" rtlCol="0" anchor="t"/>
          <a:lstStyle/>
          <a:p>
            <a:pPr algn="l" indent="0" marL="0">
              <a:lnSpc>
                <a:spcPts val="599"/>
              </a:lnSpc>
              <a:buNone/>
            </a:pPr>
            <a:r>
              <a:rPr lang="en-US" sz="499" dirty="0">
                <a:solidFill>
                  <a:srgbClr val="39413B">
                    <a:alpha val="99000"/>
                  </a:srgbClr>
                </a:solidFill>
                <a:latin typeface="Noto Sans KR" pitchFamily="34" charset="0"/>
                <a:ea typeface="Noto Sans KR" pitchFamily="34" charset="-122"/>
                <a:cs typeface="Noto Sans KR" pitchFamily="34" charset="-120"/>
              </a:rPr>
              <a:t>4번 / R·22°</a:t>
            </a:r>
            <a:endParaRPr lang="en-US" sz="499" dirty="0"/>
          </a:p>
        </p:txBody>
      </p:sp>
      <p:sp>
        <p:nvSpPr>
          <p:cNvPr id="53" name="Text 44"/>
          <p:cNvSpPr/>
          <p:nvPr/>
        </p:nvSpPr>
        <p:spPr>
          <a:xfrm>
            <a:off x="4676775" y="4455319"/>
            <a:ext cx="452438" cy="80963"/>
          </a:xfrm>
          <a:prstGeom prst="rect">
            <a:avLst/>
          </a:prstGeom>
          <a:noFill/>
          <a:ln/>
        </p:spPr>
        <p:txBody>
          <a:bodyPr wrap="square" lIns="0" tIns="0" rIns="0" bIns="0" rtlCol="0" anchor="t"/>
          <a:lstStyle/>
          <a:p>
            <a:pPr algn="l" indent="0" marL="0">
              <a:lnSpc>
                <a:spcPts val="599"/>
              </a:lnSpc>
              <a:buNone/>
            </a:pPr>
            <a:r>
              <a:rPr lang="en-US" sz="499" dirty="0">
                <a:solidFill>
                  <a:srgbClr val="145B3B">
                    <a:alpha val="99000"/>
                  </a:srgbClr>
                </a:solidFill>
                <a:latin typeface="Noto Sans KR" pitchFamily="34" charset="0"/>
                <a:ea typeface="Noto Sans KR" pitchFamily="34" charset="-122"/>
                <a:cs typeface="Noto Sans KR" pitchFamily="34" charset="-120"/>
              </a:rPr>
              <a:t>A-</a:t>
            </a:r>
            <a:endParaRPr lang="en-US" sz="499" dirty="0"/>
          </a:p>
        </p:txBody>
      </p:sp>
      <p:sp>
        <p:nvSpPr>
          <p:cNvPr id="54" name="Text 45"/>
          <p:cNvSpPr/>
          <p:nvPr/>
        </p:nvSpPr>
        <p:spPr>
          <a:xfrm>
            <a:off x="5186363" y="4452938"/>
            <a:ext cx="571500" cy="85725"/>
          </a:xfrm>
          <a:prstGeom prst="rect">
            <a:avLst/>
          </a:prstGeom>
          <a:noFill/>
          <a:ln/>
        </p:spPr>
        <p:txBody>
          <a:bodyPr wrap="square" lIns="0" tIns="0" rIns="0" bIns="0" rtlCol="0" anchor="t"/>
          <a:lstStyle/>
          <a:p>
            <a:pPr algn="r" indent="0" marL="0">
              <a:lnSpc>
                <a:spcPts val="641"/>
              </a:lnSpc>
              <a:buNone/>
            </a:pPr>
            <a:r>
              <a:rPr lang="en-US" sz="534" b="1" dirty="0">
                <a:solidFill>
                  <a:srgbClr val="171D18">
                    <a:alpha val="99000"/>
                  </a:srgbClr>
                </a:solidFill>
                <a:latin typeface="Noto Sans KR" pitchFamily="34" charset="0"/>
                <a:ea typeface="Noto Sans KR" pitchFamily="34" charset="-122"/>
                <a:cs typeface="Noto Sans KR" pitchFamily="34" charset="-120"/>
              </a:rPr>
              <a:t>₩210,000</a:t>
            </a:r>
            <a:endParaRPr lang="en-US" sz="534" dirty="0"/>
          </a:p>
        </p:txBody>
      </p:sp>
      <p:sp>
        <p:nvSpPr>
          <p:cNvPr id="55" name="Shape 46"/>
          <p:cNvSpPr/>
          <p:nvPr/>
        </p:nvSpPr>
        <p:spPr>
          <a:xfrm>
            <a:off x="6076950" y="1657350"/>
            <a:ext cx="1600200" cy="3048000"/>
          </a:xfrm>
          <a:prstGeom prst="roundRect">
            <a:avLst>
              <a:gd name="adj" fmla="val 6857"/>
            </a:avLst>
          </a:prstGeom>
          <a:solidFill>
            <a:srgbClr val="1C2420"/>
          </a:solidFill>
          <a:ln/>
        </p:spPr>
      </p:sp>
      <p:sp>
        <p:nvSpPr>
          <p:cNvPr id="56" name="Shape 47"/>
          <p:cNvSpPr/>
          <p:nvPr/>
        </p:nvSpPr>
        <p:spPr>
          <a:xfrm>
            <a:off x="6191250" y="1771650"/>
            <a:ext cx="1371600" cy="762000"/>
          </a:xfrm>
          <a:prstGeom prst="rect">
            <a:avLst/>
          </a:prstGeom>
          <a:noFill/>
          <a:ln/>
        </p:spPr>
      </p:sp>
      <p:sp>
        <p:nvSpPr>
          <p:cNvPr id="57" name="Text 48"/>
          <p:cNvSpPr/>
          <p:nvPr/>
        </p:nvSpPr>
        <p:spPr>
          <a:xfrm>
            <a:off x="6191250" y="1771650"/>
            <a:ext cx="1333500" cy="276225"/>
          </a:xfrm>
          <a:prstGeom prst="rect">
            <a:avLst/>
          </a:prstGeom>
          <a:noFill/>
          <a:ln/>
        </p:spPr>
        <p:txBody>
          <a:bodyPr wrap="square" lIns="0" tIns="0" rIns="0" bIns="0" rtlCol="0" anchor="t"/>
          <a:lstStyle/>
          <a:p>
            <a:pPr algn="l" indent="0" marL="0">
              <a:lnSpc>
                <a:spcPts val="1026"/>
              </a:lnSpc>
              <a:buNone/>
            </a:pPr>
            <a:r>
              <a:rPr lang="en-US" sz="855" b="1" dirty="0">
                <a:solidFill>
                  <a:srgbClr val="FFFFFF">
                    <a:alpha val="99000"/>
                  </a:srgbClr>
                </a:solidFill>
                <a:latin typeface="Noto Sans KR" pitchFamily="34" charset="0"/>
                <a:ea typeface="Noto Sans KR" pitchFamily="34" charset="-122"/>
                <a:cs typeface="Noto Sans KR" pitchFamily="34" charset="-120"/>
              </a:rPr>
              <a:t>장비를 고르기 전</a:t>
            </a:r>
            <a:endParaRPr lang="en-US" sz="855" dirty="0"/>
          </a:p>
          <a:p>
            <a:pPr algn="l" indent="0" marL="0">
              <a:lnSpc>
                <a:spcPts val="1026"/>
              </a:lnSpc>
              <a:buNone/>
            </a:pPr>
            <a:r>
              <a:rPr lang="en-US" sz="855" b="1" dirty="0">
                <a:solidFill>
                  <a:srgbClr val="FFFFFF">
                    <a:alpha val="99000"/>
                  </a:srgbClr>
                </a:solidFill>
                <a:latin typeface="Noto Sans KR" pitchFamily="34" charset="0"/>
                <a:ea typeface="Noto Sans KR" pitchFamily="34" charset="-122"/>
                <a:cs typeface="Noto Sans KR" pitchFamily="34" charset="-120"/>
              </a:rPr>
              <a:t>스윙 고민부터</a:t>
            </a:r>
            <a:endParaRPr lang="en-US" sz="855" dirty="0"/>
          </a:p>
        </p:txBody>
      </p:sp>
      <p:sp>
        <p:nvSpPr>
          <p:cNvPr id="58" name="Text 49"/>
          <p:cNvSpPr/>
          <p:nvPr/>
        </p:nvSpPr>
        <p:spPr>
          <a:xfrm>
            <a:off x="6191250" y="2105025"/>
            <a:ext cx="1371600" cy="209550"/>
          </a:xfrm>
          <a:prstGeom prst="rect">
            <a:avLst/>
          </a:prstGeom>
          <a:noFill/>
          <a:ln/>
        </p:spPr>
        <p:txBody>
          <a:bodyPr wrap="square" lIns="0" tIns="0" rIns="0" bIns="0" rtlCol="0" anchor="t"/>
          <a:lstStyle/>
          <a:p>
            <a:pPr algn="l" indent="0" marL="0">
              <a:lnSpc>
                <a:spcPts val="784"/>
              </a:lnSpc>
              <a:buNone/>
            </a:pPr>
            <a:r>
              <a:rPr lang="en-US" sz="499" dirty="0">
                <a:solidFill>
                  <a:srgbClr val="FFFFFF">
                    <a:alpha val="99000"/>
                  </a:srgbClr>
                </a:solidFill>
                <a:latin typeface="Noto Sans KR" pitchFamily="34" charset="0"/>
                <a:ea typeface="Noto Sans KR" pitchFamily="34" charset="-122"/>
                <a:cs typeface="Noto Sans KR" pitchFamily="34" charset="-120"/>
              </a:rPr>
              <a:t>현재 스윙 상태와 목표를 먼저 확인하면, 맞는 카테고리와 사양을 더 빠르게 찾을 수 있습니다.</a:t>
            </a:r>
            <a:endParaRPr lang="en-US" sz="499" dirty="0"/>
          </a:p>
        </p:txBody>
      </p:sp>
      <p:sp>
        <p:nvSpPr>
          <p:cNvPr id="59" name="Shape 50"/>
          <p:cNvSpPr/>
          <p:nvPr/>
        </p:nvSpPr>
        <p:spPr>
          <a:xfrm>
            <a:off x="6191250" y="4362450"/>
            <a:ext cx="1371600" cy="228600"/>
          </a:xfrm>
          <a:prstGeom prst="roundRect">
            <a:avLst>
              <a:gd name="adj" fmla="val 48000"/>
            </a:avLst>
          </a:prstGeom>
          <a:solidFill>
            <a:srgbClr val="3ECF8E"/>
          </a:solidFill>
          <a:ln/>
        </p:spPr>
      </p:sp>
      <p:sp>
        <p:nvSpPr>
          <p:cNvPr id="60" name="Text 51"/>
          <p:cNvSpPr/>
          <p:nvPr/>
        </p:nvSpPr>
        <p:spPr>
          <a:xfrm>
            <a:off x="6627019" y="4433888"/>
            <a:ext cx="500063" cy="85725"/>
          </a:xfrm>
          <a:prstGeom prst="rect">
            <a:avLst/>
          </a:prstGeom>
          <a:noFill/>
          <a:ln/>
        </p:spPr>
        <p:txBody>
          <a:bodyPr wrap="square" lIns="0" tIns="0" rIns="0" bIns="0" rtlCol="0" anchor="t"/>
          <a:lstStyle/>
          <a:p>
            <a:pPr algn="l" indent="0" marL="0">
              <a:lnSpc>
                <a:spcPts val="641"/>
              </a:lnSpc>
              <a:buNone/>
            </a:pPr>
            <a:r>
              <a:rPr lang="en-US" sz="534" b="1" dirty="0">
                <a:solidFill>
                  <a:srgbClr val="102118">
                    <a:alpha val="99000"/>
                  </a:srgbClr>
                </a:solidFill>
                <a:latin typeface="Noto Sans KR" pitchFamily="34" charset="0"/>
                <a:ea typeface="Noto Sans KR" pitchFamily="34" charset="-122"/>
                <a:cs typeface="Noto Sans KR" pitchFamily="34" charset="-120"/>
              </a:rPr>
              <a:t>AI 코치에게 묻기</a:t>
            </a:r>
            <a:endParaRPr lang="en-US" sz="53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1143000" y="428625"/>
            <a:ext cx="6858000" cy="4286250"/>
          </a:xfrm>
          <a:prstGeom prst="rect">
            <a:avLst/>
          </a:prstGeom>
        </p:spPr>
      </p:pic>
      <p:sp>
        <p:nvSpPr>
          <p:cNvPr id="3" name="Text 0"/>
          <p:cNvSpPr/>
          <p:nvPr/>
        </p:nvSpPr>
        <p:spPr>
          <a:xfrm>
            <a:off x="1447800" y="528638"/>
            <a:ext cx="528638" cy="138113"/>
          </a:xfrm>
          <a:prstGeom prst="rect">
            <a:avLst/>
          </a:prstGeom>
          <a:noFill/>
          <a:ln/>
        </p:spPr>
        <p:txBody>
          <a:bodyPr wrap="square" lIns="0" tIns="0" rIns="0" bIns="0" rtlCol="0" anchor="t"/>
          <a:lstStyle/>
          <a:p>
            <a:pPr algn="l" indent="0" marL="0">
              <a:lnSpc>
                <a:spcPts val="1026"/>
              </a:lnSpc>
              <a:buNone/>
            </a:pPr>
            <a:r>
              <a:rPr lang="en-US" sz="855" b="1" dirty="0">
                <a:solidFill>
                  <a:srgbClr val="171D18">
                    <a:alpha val="99000"/>
                  </a:srgbClr>
                </a:solidFill>
                <a:latin typeface="Noto Sans KR" pitchFamily="34" charset="0"/>
                <a:ea typeface="Noto Sans KR" pitchFamily="34" charset="-122"/>
                <a:cs typeface="Noto Sans KR" pitchFamily="34" charset="-120"/>
              </a:rPr>
              <a:t>스윙분석기</a:t>
            </a:r>
            <a:endParaRPr lang="en-US" sz="855" dirty="0"/>
          </a:p>
        </p:txBody>
      </p:sp>
      <p:sp>
        <p:nvSpPr>
          <p:cNvPr id="4" name="Text 1"/>
          <p:cNvSpPr/>
          <p:nvPr/>
        </p:nvSpPr>
        <p:spPr>
          <a:xfrm>
            <a:off x="1447800" y="681038"/>
            <a:ext cx="342900" cy="57150"/>
          </a:xfrm>
          <a:prstGeom prst="rect">
            <a:avLst/>
          </a:prstGeom>
          <a:noFill/>
          <a:ln/>
        </p:spPr>
        <p:txBody>
          <a:bodyPr wrap="square" lIns="0" tIns="0" rIns="0" bIns="0" rtlCol="0" anchor="t"/>
          <a:lstStyle/>
          <a:p>
            <a:pPr algn="l" indent="0" marL="0">
              <a:lnSpc>
                <a:spcPts val="427"/>
              </a:lnSpc>
              <a:buNone/>
            </a:pPr>
            <a:r>
              <a:rPr lang="en-US" sz="356" dirty="0">
                <a:solidFill>
                  <a:srgbClr val="6D746F">
                    <a:alpha val="99000"/>
                  </a:srgbClr>
                </a:solidFill>
                <a:latin typeface="Noto Sans KR" pitchFamily="34" charset="0"/>
                <a:ea typeface="Noto Sans KR" pitchFamily="34" charset="-122"/>
                <a:cs typeface="Noto Sans KR" pitchFamily="34" charset="-120"/>
              </a:rPr>
              <a:t>AI GOLF COACH</a:t>
            </a:r>
            <a:endParaRPr lang="en-US" sz="356" dirty="0"/>
          </a:p>
        </p:txBody>
      </p:sp>
      <p:sp>
        <p:nvSpPr>
          <p:cNvPr id="5" name="Text 2"/>
          <p:cNvSpPr/>
          <p:nvPr/>
        </p:nvSpPr>
        <p:spPr>
          <a:xfrm>
            <a:off x="3086100" y="600075"/>
            <a:ext cx="123825" cy="80963"/>
          </a:xfrm>
          <a:prstGeom prst="rect">
            <a:avLst/>
          </a:prstGeom>
          <a:noFill/>
          <a:ln/>
        </p:spPr>
        <p:txBody>
          <a:bodyPr wrap="square" lIns="0" tIns="0" rIns="0" bIns="0" rtlCol="0" anchor="t"/>
          <a:lstStyle/>
          <a:p>
            <a:pPr algn="l" indent="0" marL="0">
              <a:lnSpc>
                <a:spcPts val="599"/>
              </a:lnSpc>
              <a:buNone/>
            </a:pPr>
            <a:r>
              <a:rPr lang="en-US" sz="499" dirty="0">
                <a:solidFill>
                  <a:srgbClr val="171D18">
                    <a:alpha val="99000"/>
                  </a:srgbClr>
                </a:solidFill>
                <a:latin typeface="Noto Sans KR" pitchFamily="34" charset="0"/>
                <a:ea typeface="Noto Sans KR" pitchFamily="34" charset="-122"/>
                <a:cs typeface="Noto Sans KR" pitchFamily="34" charset="-120"/>
              </a:rPr>
              <a:t>메인</a:t>
            </a:r>
            <a:endParaRPr lang="en-US" sz="499" dirty="0"/>
          </a:p>
        </p:txBody>
      </p:sp>
      <p:sp>
        <p:nvSpPr>
          <p:cNvPr id="6" name="Text 3"/>
          <p:cNvSpPr/>
          <p:nvPr/>
        </p:nvSpPr>
        <p:spPr>
          <a:xfrm>
            <a:off x="3409950" y="600075"/>
            <a:ext cx="261937" cy="80963"/>
          </a:xfrm>
          <a:prstGeom prst="rect">
            <a:avLst/>
          </a:prstGeom>
          <a:noFill/>
          <a:ln/>
        </p:spPr>
        <p:txBody>
          <a:bodyPr wrap="square" lIns="0" tIns="0" rIns="0" bIns="0" rtlCol="0" anchor="t"/>
          <a:lstStyle/>
          <a:p>
            <a:pPr algn="l" indent="0" marL="0">
              <a:lnSpc>
                <a:spcPts val="599"/>
              </a:lnSpc>
              <a:buNone/>
            </a:pPr>
            <a:r>
              <a:rPr lang="en-US" sz="499" dirty="0">
                <a:solidFill>
                  <a:srgbClr val="171D18">
                    <a:alpha val="99000"/>
                  </a:srgbClr>
                </a:solidFill>
                <a:latin typeface="Noto Sans KR" pitchFamily="34" charset="0"/>
                <a:ea typeface="Noto Sans KR" pitchFamily="34" charset="-122"/>
                <a:cs typeface="Noto Sans KR" pitchFamily="34" charset="-120"/>
              </a:rPr>
              <a:t>스윙 분석</a:t>
            </a:r>
            <a:endParaRPr lang="en-US" sz="499" dirty="0"/>
          </a:p>
        </p:txBody>
      </p:sp>
      <p:sp>
        <p:nvSpPr>
          <p:cNvPr id="7" name="Text 4"/>
          <p:cNvSpPr/>
          <p:nvPr/>
        </p:nvSpPr>
        <p:spPr>
          <a:xfrm>
            <a:off x="3876675" y="600075"/>
            <a:ext cx="261937" cy="80963"/>
          </a:xfrm>
          <a:prstGeom prst="rect">
            <a:avLst/>
          </a:prstGeom>
          <a:noFill/>
          <a:ln/>
        </p:spPr>
        <p:txBody>
          <a:bodyPr wrap="square" lIns="0" tIns="0" rIns="0" bIns="0" rtlCol="0" anchor="t"/>
          <a:lstStyle/>
          <a:p>
            <a:pPr algn="l" indent="0" marL="0">
              <a:lnSpc>
                <a:spcPts val="599"/>
              </a:lnSpc>
              <a:buNone/>
            </a:pPr>
            <a:r>
              <a:rPr lang="en-US" sz="499" b="1" dirty="0">
                <a:solidFill>
                  <a:srgbClr val="145B3B">
                    <a:alpha val="99000"/>
                  </a:srgbClr>
                </a:solidFill>
                <a:latin typeface="Noto Sans KR" pitchFamily="34" charset="0"/>
                <a:ea typeface="Noto Sans KR" pitchFamily="34" charset="-122"/>
                <a:cs typeface="Noto Sans KR" pitchFamily="34" charset="-120"/>
              </a:rPr>
              <a:t>필드 부킹</a:t>
            </a:r>
            <a:endParaRPr lang="en-US" sz="499" dirty="0"/>
          </a:p>
        </p:txBody>
      </p:sp>
      <p:sp>
        <p:nvSpPr>
          <p:cNvPr id="8" name="Text 5"/>
          <p:cNvSpPr/>
          <p:nvPr/>
        </p:nvSpPr>
        <p:spPr>
          <a:xfrm>
            <a:off x="4352925" y="600075"/>
            <a:ext cx="185738" cy="80963"/>
          </a:xfrm>
          <a:prstGeom prst="rect">
            <a:avLst/>
          </a:prstGeom>
          <a:noFill/>
          <a:ln/>
        </p:spPr>
        <p:txBody>
          <a:bodyPr wrap="square" lIns="0" tIns="0" rIns="0" bIns="0" rtlCol="0" anchor="t"/>
          <a:lstStyle/>
          <a:p>
            <a:pPr algn="l" indent="0" marL="0">
              <a:lnSpc>
                <a:spcPts val="599"/>
              </a:lnSpc>
              <a:buNone/>
            </a:pPr>
            <a:r>
              <a:rPr lang="en-US" sz="499" dirty="0">
                <a:solidFill>
                  <a:srgbClr val="171D18">
                    <a:alpha val="99000"/>
                  </a:srgbClr>
                </a:solidFill>
                <a:latin typeface="Noto Sans KR" pitchFamily="34" charset="0"/>
                <a:ea typeface="Noto Sans KR" pitchFamily="34" charset="-122"/>
                <a:cs typeface="Noto Sans KR" pitchFamily="34" charset="-120"/>
              </a:rPr>
              <a:t>중고채</a:t>
            </a:r>
            <a:endParaRPr lang="en-US" sz="499" dirty="0"/>
          </a:p>
        </p:txBody>
      </p:sp>
      <p:sp>
        <p:nvSpPr>
          <p:cNvPr id="9" name="Text 6"/>
          <p:cNvSpPr/>
          <p:nvPr/>
        </p:nvSpPr>
        <p:spPr>
          <a:xfrm>
            <a:off x="4724400" y="600075"/>
            <a:ext cx="247650" cy="80963"/>
          </a:xfrm>
          <a:prstGeom prst="rect">
            <a:avLst/>
          </a:prstGeom>
          <a:noFill/>
          <a:ln/>
        </p:spPr>
        <p:txBody>
          <a:bodyPr wrap="square" lIns="0" tIns="0" rIns="0" bIns="0" rtlCol="0" anchor="t"/>
          <a:lstStyle/>
          <a:p>
            <a:pPr algn="l" indent="0" marL="0">
              <a:lnSpc>
                <a:spcPts val="599"/>
              </a:lnSpc>
              <a:buNone/>
            </a:pPr>
            <a:r>
              <a:rPr lang="en-US" sz="499" dirty="0">
                <a:solidFill>
                  <a:srgbClr val="171D18">
                    <a:alpha val="99000"/>
                  </a:srgbClr>
                </a:solidFill>
                <a:latin typeface="Noto Sans KR" pitchFamily="34" charset="0"/>
                <a:ea typeface="Noto Sans KR" pitchFamily="34" charset="-122"/>
                <a:cs typeface="Noto Sans KR" pitchFamily="34" charset="-120"/>
              </a:rPr>
              <a:t>커뮤니티</a:t>
            </a:r>
            <a:endParaRPr lang="en-US" sz="499" dirty="0"/>
          </a:p>
        </p:txBody>
      </p:sp>
      <p:pic>
        <p:nvPicPr>
          <p:cNvPr id="10" name="Image 1" descr="preencoded.png">    </p:cNvPr>
          <p:cNvPicPr>
            <a:picLocks noChangeAspect="1"/>
          </p:cNvPicPr>
          <p:nvPr/>
        </p:nvPicPr>
        <p:blipFill>
          <a:blip r:embed="rId2"/>
          <a:srcRect l="0" r="0" t="0" b="0"/>
          <a:stretch/>
        </p:blipFill>
        <p:spPr>
          <a:xfrm>
            <a:off x="3876675" y="847725"/>
            <a:ext cx="285750" cy="14288"/>
          </a:xfrm>
          <a:prstGeom prst="rect">
            <a:avLst/>
          </a:prstGeom>
        </p:spPr>
      </p:pic>
      <p:sp>
        <p:nvSpPr>
          <p:cNvPr id="11" name="Text 7"/>
          <p:cNvSpPr/>
          <p:nvPr/>
        </p:nvSpPr>
        <p:spPr>
          <a:xfrm>
            <a:off x="6810375" y="604838"/>
            <a:ext cx="171450" cy="76200"/>
          </a:xfrm>
          <a:prstGeom prst="rect">
            <a:avLst/>
          </a:prstGeom>
          <a:noFill/>
          <a:ln/>
        </p:spPr>
        <p:txBody>
          <a:bodyPr wrap="square" lIns="0" tIns="0" rIns="0" bIns="0" rtlCol="0" anchor="t"/>
          <a:lstStyle/>
          <a:p>
            <a:pPr algn="l" indent="0" marL="0">
              <a:lnSpc>
                <a:spcPts val="556"/>
              </a:lnSpc>
              <a:buNone/>
            </a:pPr>
            <a:r>
              <a:rPr lang="en-US" sz="463" dirty="0">
                <a:solidFill>
                  <a:srgbClr val="171D18">
                    <a:alpha val="99000"/>
                  </a:srgbClr>
                </a:solidFill>
                <a:latin typeface="Noto Sans KR" pitchFamily="34" charset="0"/>
                <a:ea typeface="Noto Sans KR" pitchFamily="34" charset="-122"/>
                <a:cs typeface="Noto Sans KR" pitchFamily="34" charset="-120"/>
              </a:rPr>
              <a:t>로그인</a:t>
            </a:r>
            <a:endParaRPr lang="en-US" sz="463" dirty="0"/>
          </a:p>
        </p:txBody>
      </p:sp>
      <p:pic>
        <p:nvPicPr>
          <p:cNvPr id="12" name="Image 2" descr="preencoded.png">    </p:cNvPr>
          <p:cNvPicPr>
            <a:picLocks noChangeAspect="1"/>
          </p:cNvPicPr>
          <p:nvPr/>
        </p:nvPicPr>
        <p:blipFill>
          <a:blip r:embed="rId3"/>
          <a:srcRect l="0" r="0" t="0" b="0"/>
          <a:stretch/>
        </p:blipFill>
        <p:spPr>
          <a:xfrm>
            <a:off x="7105650" y="547688"/>
            <a:ext cx="590550" cy="200025"/>
          </a:xfrm>
          <a:prstGeom prst="rect">
            <a:avLst/>
          </a:prstGeom>
        </p:spPr>
      </p:pic>
      <p:sp>
        <p:nvSpPr>
          <p:cNvPr id="13" name="Text 8"/>
          <p:cNvSpPr/>
          <p:nvPr/>
        </p:nvSpPr>
        <p:spPr>
          <a:xfrm>
            <a:off x="7267575" y="609600"/>
            <a:ext cx="242888" cy="76200"/>
          </a:xfrm>
          <a:prstGeom prst="rect">
            <a:avLst/>
          </a:prstGeom>
          <a:noFill/>
          <a:ln/>
        </p:spPr>
        <p:txBody>
          <a:bodyPr wrap="square" lIns="0" tIns="0" rIns="0" bIns="0" rtlCol="0" anchor="t"/>
          <a:lstStyle/>
          <a:p>
            <a:pPr algn="l" indent="0" marL="0">
              <a:lnSpc>
                <a:spcPts val="556"/>
              </a:lnSpc>
              <a:buNone/>
            </a:pPr>
            <a:r>
              <a:rPr lang="en-US" sz="463" b="1" dirty="0">
                <a:solidFill>
                  <a:srgbClr val="171D18">
                    <a:alpha val="99000"/>
                  </a:srgbClr>
                </a:solidFill>
                <a:latin typeface="Noto Sans KR" pitchFamily="34" charset="0"/>
                <a:ea typeface="Noto Sans KR" pitchFamily="34" charset="-122"/>
                <a:cs typeface="Noto Sans KR" pitchFamily="34" charset="-120"/>
              </a:rPr>
              <a:t>분석 시작</a:t>
            </a:r>
            <a:endParaRPr lang="en-US" sz="463" dirty="0"/>
          </a:p>
        </p:txBody>
      </p:sp>
      <p:pic>
        <p:nvPicPr>
          <p:cNvPr id="14" name="Image 3" descr="preencoded.png">    </p:cNvPr>
          <p:cNvPicPr>
            <a:picLocks noChangeAspect="1"/>
          </p:cNvPicPr>
          <p:nvPr/>
        </p:nvPicPr>
        <p:blipFill>
          <a:blip r:embed="rId4"/>
          <a:srcRect l="0" r="0" t="0" b="0"/>
          <a:stretch/>
        </p:blipFill>
        <p:spPr>
          <a:xfrm>
            <a:off x="1143000" y="866775"/>
            <a:ext cx="6858000" cy="4763"/>
          </a:xfrm>
          <a:prstGeom prst="rect">
            <a:avLst/>
          </a:prstGeom>
        </p:spPr>
      </p:pic>
      <p:sp>
        <p:nvSpPr>
          <p:cNvPr id="15" name="Text 9"/>
          <p:cNvSpPr/>
          <p:nvPr/>
        </p:nvSpPr>
        <p:spPr>
          <a:xfrm>
            <a:off x="1447800" y="976312"/>
            <a:ext cx="323850" cy="66675"/>
          </a:xfrm>
          <a:prstGeom prst="rect">
            <a:avLst/>
          </a:prstGeom>
          <a:noFill/>
          <a:ln/>
        </p:spPr>
        <p:txBody>
          <a:bodyPr wrap="square" lIns="0" tIns="0" rIns="0" bIns="0" rtlCol="0" anchor="t"/>
          <a:lstStyle/>
          <a:p>
            <a:pPr algn="l" indent="0" marL="0">
              <a:lnSpc>
                <a:spcPts val="513"/>
              </a:lnSpc>
              <a:buNone/>
            </a:pPr>
            <a:r>
              <a:rPr lang="en-US" sz="427" dirty="0">
                <a:solidFill>
                  <a:srgbClr val="6D746F">
                    <a:alpha val="99000"/>
                  </a:srgbClr>
                </a:solidFill>
                <a:latin typeface="Noto Sans KR" pitchFamily="34" charset="0"/>
                <a:ea typeface="Noto Sans KR" pitchFamily="34" charset="-122"/>
                <a:cs typeface="Noto Sans KR" pitchFamily="34" charset="-120"/>
              </a:rPr>
              <a:t>홈 / 필드 부킹</a:t>
            </a:r>
            <a:endParaRPr lang="en-US" sz="427" dirty="0"/>
          </a:p>
        </p:txBody>
      </p:sp>
      <p:sp>
        <p:nvSpPr>
          <p:cNvPr id="16" name="Text 10"/>
          <p:cNvSpPr/>
          <p:nvPr/>
        </p:nvSpPr>
        <p:spPr>
          <a:xfrm>
            <a:off x="1447800" y="1085850"/>
            <a:ext cx="561975" cy="171450"/>
          </a:xfrm>
          <a:prstGeom prst="rect">
            <a:avLst/>
          </a:prstGeom>
          <a:noFill/>
          <a:ln/>
        </p:spPr>
        <p:txBody>
          <a:bodyPr wrap="square" lIns="0" tIns="0" rIns="0" bIns="0" rtlCol="0" anchor="t"/>
          <a:lstStyle/>
          <a:p>
            <a:pPr algn="l" indent="0" marL="0">
              <a:lnSpc>
                <a:spcPts val="1283"/>
              </a:lnSpc>
              <a:buNone/>
            </a:pPr>
            <a:r>
              <a:rPr lang="en-US" sz="1069" b="1" dirty="0">
                <a:solidFill>
                  <a:srgbClr val="171D18">
                    <a:alpha val="99000"/>
                  </a:srgbClr>
                </a:solidFill>
                <a:latin typeface="Noto Sans KR" pitchFamily="34" charset="0"/>
                <a:ea typeface="Noto Sans KR" pitchFamily="34" charset="-122"/>
                <a:cs typeface="Noto Sans KR" pitchFamily="34" charset="-120"/>
              </a:rPr>
              <a:t>필드 부킹</a:t>
            </a:r>
            <a:endParaRPr lang="en-US" sz="1069" dirty="0"/>
          </a:p>
        </p:txBody>
      </p:sp>
      <p:sp>
        <p:nvSpPr>
          <p:cNvPr id="17" name="Text 11"/>
          <p:cNvSpPr/>
          <p:nvPr/>
        </p:nvSpPr>
        <p:spPr>
          <a:xfrm>
            <a:off x="2200275" y="1152525"/>
            <a:ext cx="919162" cy="80963"/>
          </a:xfrm>
          <a:prstGeom prst="rect">
            <a:avLst/>
          </a:prstGeom>
          <a:noFill/>
          <a:ln/>
        </p:spPr>
        <p:txBody>
          <a:bodyPr wrap="square" lIns="0" tIns="0" rIns="0" bIns="0" rtlCol="0" anchor="t"/>
          <a:lstStyle/>
          <a:p>
            <a:pPr algn="l" indent="0" marL="0">
              <a:lnSpc>
                <a:spcPts val="599"/>
              </a:lnSpc>
              <a:buNone/>
            </a:pPr>
            <a:r>
              <a:rPr lang="en-US" sz="499" dirty="0">
                <a:solidFill>
                  <a:srgbClr val="6D746F">
                    <a:alpha val="99000"/>
                  </a:srgbClr>
                </a:solidFill>
                <a:latin typeface="Noto Sans KR" pitchFamily="34" charset="0"/>
                <a:ea typeface="Noto Sans KR" pitchFamily="34" charset="-122"/>
                <a:cs typeface="Noto Sans KR" pitchFamily="34" charset="-120"/>
              </a:rPr>
              <a:t>지역과 시간대에 맞춘 라운드 탐색</a:t>
            </a:r>
            <a:endParaRPr lang="en-US" sz="499" dirty="0"/>
          </a:p>
        </p:txBody>
      </p:sp>
      <p:pic>
        <p:nvPicPr>
          <p:cNvPr id="18" name="Image 4" descr="preencoded.png">    </p:cNvPr>
          <p:cNvPicPr>
            <a:picLocks noChangeAspect="1"/>
          </p:cNvPicPr>
          <p:nvPr/>
        </p:nvPicPr>
        <p:blipFill>
          <a:blip r:embed="rId5"/>
          <a:srcRect l="0" r="0" t="0" b="0"/>
          <a:stretch/>
        </p:blipFill>
        <p:spPr>
          <a:xfrm>
            <a:off x="6872288" y="1081088"/>
            <a:ext cx="823913" cy="142875"/>
          </a:xfrm>
          <a:prstGeom prst="rect">
            <a:avLst/>
          </a:prstGeom>
        </p:spPr>
      </p:pic>
      <p:sp>
        <p:nvSpPr>
          <p:cNvPr id="19" name="Text 12"/>
          <p:cNvSpPr/>
          <p:nvPr/>
        </p:nvSpPr>
        <p:spPr>
          <a:xfrm>
            <a:off x="6943725" y="1123950"/>
            <a:ext cx="561975" cy="61912"/>
          </a:xfrm>
          <a:prstGeom prst="rect">
            <a:avLst/>
          </a:prstGeom>
          <a:noFill/>
          <a:ln/>
        </p:spPr>
        <p:txBody>
          <a:bodyPr wrap="square" lIns="0" tIns="0" rIns="0" bIns="0" rtlCol="0" anchor="t"/>
          <a:lstStyle/>
          <a:p>
            <a:pPr algn="l" indent="0" marL="0">
              <a:lnSpc>
                <a:spcPts val="470"/>
              </a:lnSpc>
              <a:buNone/>
            </a:pPr>
            <a:r>
              <a:rPr lang="en-US" sz="392" b="1" dirty="0">
                <a:solidFill>
                  <a:srgbClr val="145B3B">
                    <a:alpha val="99000"/>
                  </a:srgbClr>
                </a:solidFill>
                <a:latin typeface="Noto Sans KR" pitchFamily="34" charset="0"/>
                <a:ea typeface="Noto Sans KR" pitchFamily="34" charset="-122"/>
                <a:cs typeface="Noto Sans KR" pitchFamily="34" charset="-120"/>
              </a:rPr>
              <a:t>샘플 티타임 · 디자인 목업</a:t>
            </a:r>
            <a:endParaRPr lang="en-US" sz="392" dirty="0"/>
          </a:p>
        </p:txBody>
      </p:sp>
      <p:pic>
        <p:nvPicPr>
          <p:cNvPr id="20" name="Image 5" descr="preencoded.png">    </p:cNvPr>
          <p:cNvPicPr>
            <a:picLocks noChangeAspect="1"/>
          </p:cNvPicPr>
          <p:nvPr/>
        </p:nvPicPr>
        <p:blipFill>
          <a:blip r:embed="rId6"/>
          <a:srcRect l="0" r="0" t="0" b="0"/>
          <a:stretch/>
        </p:blipFill>
        <p:spPr>
          <a:xfrm>
            <a:off x="1447800" y="1409700"/>
            <a:ext cx="1466850" cy="400050"/>
          </a:xfrm>
          <a:prstGeom prst="rect">
            <a:avLst/>
          </a:prstGeom>
        </p:spPr>
      </p:pic>
      <p:sp>
        <p:nvSpPr>
          <p:cNvPr id="21" name="Text 13"/>
          <p:cNvSpPr/>
          <p:nvPr/>
        </p:nvSpPr>
        <p:spPr>
          <a:xfrm>
            <a:off x="1543050" y="1466850"/>
            <a:ext cx="185738" cy="57150"/>
          </a:xfrm>
          <a:prstGeom prst="rect">
            <a:avLst/>
          </a:prstGeom>
          <a:noFill/>
          <a:ln/>
        </p:spPr>
        <p:txBody>
          <a:bodyPr wrap="square" lIns="0" tIns="0" rIns="0" bIns="0" rtlCol="0" anchor="t"/>
          <a:lstStyle/>
          <a:p>
            <a:pPr algn="l" indent="0" marL="0">
              <a:lnSpc>
                <a:spcPts val="427"/>
              </a:lnSpc>
              <a:buNone/>
            </a:pPr>
            <a:r>
              <a:rPr lang="en-US" sz="356" b="1" dirty="0">
                <a:solidFill>
                  <a:srgbClr val="6D746F">
                    <a:alpha val="99000"/>
                  </a:srgbClr>
                </a:solidFill>
                <a:latin typeface="Noto Sans KR" pitchFamily="34" charset="0"/>
                <a:ea typeface="Noto Sans KR" pitchFamily="34" charset="-122"/>
                <a:cs typeface="Noto Sans KR" pitchFamily="34" charset="-120"/>
              </a:rPr>
              <a:t>WEEKLY</a:t>
            </a:r>
            <a:endParaRPr lang="en-US" sz="356" dirty="0"/>
          </a:p>
        </p:txBody>
      </p:sp>
      <p:sp>
        <p:nvSpPr>
          <p:cNvPr id="22" name="Text 14"/>
          <p:cNvSpPr/>
          <p:nvPr/>
        </p:nvSpPr>
        <p:spPr>
          <a:xfrm>
            <a:off x="1543050" y="1543050"/>
            <a:ext cx="376238" cy="114300"/>
          </a:xfrm>
          <a:prstGeom prst="rect">
            <a:avLst/>
          </a:prstGeom>
          <a:noFill/>
          <a:ln/>
        </p:spPr>
        <p:txBody>
          <a:bodyPr wrap="square" lIns="0" tIns="0" rIns="0" bIns="0" rtlCol="0" anchor="t"/>
          <a:lstStyle/>
          <a:p>
            <a:pPr algn="l" indent="0" marL="0">
              <a:lnSpc>
                <a:spcPts val="855"/>
              </a:lnSpc>
              <a:buNone/>
            </a:pPr>
            <a:r>
              <a:rPr lang="en-US" sz="713" b="1" dirty="0">
                <a:solidFill>
                  <a:srgbClr val="171D18">
                    <a:alpha val="99000"/>
                  </a:srgbClr>
                </a:solidFill>
                <a:latin typeface="Noto Sans KR" pitchFamily="34" charset="0"/>
                <a:ea typeface="Noto Sans KR" pitchFamily="34" charset="-122"/>
                <a:cs typeface="Noto Sans KR" pitchFamily="34" charset="-120"/>
              </a:rPr>
              <a:t>금주 특가</a:t>
            </a:r>
            <a:endParaRPr lang="en-US" sz="713" dirty="0"/>
          </a:p>
        </p:txBody>
      </p:sp>
      <p:sp>
        <p:nvSpPr>
          <p:cNvPr id="23" name="Text 15"/>
          <p:cNvSpPr/>
          <p:nvPr/>
        </p:nvSpPr>
        <p:spPr>
          <a:xfrm>
            <a:off x="1543050" y="1685925"/>
            <a:ext cx="566738" cy="66675"/>
          </a:xfrm>
          <a:prstGeom prst="rect">
            <a:avLst/>
          </a:prstGeom>
          <a:noFill/>
          <a:ln/>
        </p:spPr>
        <p:txBody>
          <a:bodyPr wrap="square" lIns="0" tIns="0" rIns="0" bIns="0" rtlCol="0" anchor="t"/>
          <a:lstStyle/>
          <a:p>
            <a:pPr algn="l" indent="0" marL="0">
              <a:lnSpc>
                <a:spcPts val="513"/>
              </a:lnSpc>
              <a:buNone/>
            </a:pPr>
            <a:r>
              <a:rPr lang="en-US" sz="427" dirty="0">
                <a:solidFill>
                  <a:srgbClr val="6D746F">
                    <a:alpha val="99000"/>
                  </a:srgbClr>
                </a:solidFill>
                <a:latin typeface="Noto Sans KR" pitchFamily="34" charset="0"/>
                <a:ea typeface="Noto Sans KR" pitchFamily="34" charset="-122"/>
                <a:cs typeface="Noto Sans KR" pitchFamily="34" charset="-120"/>
              </a:rPr>
              <a:t>부담을 낮춘 평일 라운드</a:t>
            </a:r>
            <a:endParaRPr lang="en-US" sz="427" dirty="0"/>
          </a:p>
        </p:txBody>
      </p:sp>
      <p:sp>
        <p:nvSpPr>
          <p:cNvPr id="24" name="Text 16"/>
          <p:cNvSpPr/>
          <p:nvPr/>
        </p:nvSpPr>
        <p:spPr>
          <a:xfrm>
            <a:off x="2762250" y="1533525"/>
            <a:ext cx="104775" cy="123825"/>
          </a:xfrm>
          <a:prstGeom prst="rect">
            <a:avLst/>
          </a:prstGeom>
          <a:noFill/>
          <a:ln/>
        </p:spPr>
        <p:txBody>
          <a:bodyPr wrap="square" lIns="0" tIns="0" rIns="0" bIns="0" rtlCol="0" anchor="t"/>
          <a:lstStyle/>
          <a:p>
            <a:pPr algn="l" indent="0" marL="0">
              <a:lnSpc>
                <a:spcPts val="941"/>
              </a:lnSpc>
              <a:buNone/>
            </a:pPr>
            <a:r>
              <a:rPr lang="en-US" sz="784" dirty="0">
                <a:solidFill>
                  <a:srgbClr val="145B3B">
                    <a:alpha val="99000"/>
                  </a:srgbClr>
                </a:solidFill>
                <a:latin typeface="Noto Sans KR" pitchFamily="34" charset="0"/>
                <a:ea typeface="Noto Sans KR" pitchFamily="34" charset="-122"/>
                <a:cs typeface="Noto Sans KR" pitchFamily="34" charset="-120"/>
              </a:rPr>
              <a:t>↗</a:t>
            </a:r>
            <a:endParaRPr lang="en-US" sz="784" dirty="0"/>
          </a:p>
        </p:txBody>
      </p:sp>
      <p:pic>
        <p:nvPicPr>
          <p:cNvPr id="25" name="Image 6" descr="preencoded.png">    </p:cNvPr>
          <p:cNvPicPr>
            <a:picLocks noChangeAspect="1"/>
          </p:cNvPicPr>
          <p:nvPr/>
        </p:nvPicPr>
        <p:blipFill>
          <a:blip r:embed="rId7"/>
          <a:srcRect l="0" r="0" t="0" b="0"/>
          <a:stretch/>
        </p:blipFill>
        <p:spPr>
          <a:xfrm>
            <a:off x="2990850" y="1409700"/>
            <a:ext cx="1466850" cy="400050"/>
          </a:xfrm>
          <a:prstGeom prst="rect">
            <a:avLst/>
          </a:prstGeom>
        </p:spPr>
      </p:pic>
      <p:sp>
        <p:nvSpPr>
          <p:cNvPr id="26" name="Text 17"/>
          <p:cNvSpPr/>
          <p:nvPr/>
        </p:nvSpPr>
        <p:spPr>
          <a:xfrm>
            <a:off x="3086100" y="1466850"/>
            <a:ext cx="338138" cy="57150"/>
          </a:xfrm>
          <a:prstGeom prst="rect">
            <a:avLst/>
          </a:prstGeom>
          <a:noFill/>
          <a:ln/>
        </p:spPr>
        <p:txBody>
          <a:bodyPr wrap="square" lIns="0" tIns="0" rIns="0" bIns="0" rtlCol="0" anchor="t"/>
          <a:lstStyle/>
          <a:p>
            <a:pPr algn="l" indent="0" marL="0">
              <a:lnSpc>
                <a:spcPts val="427"/>
              </a:lnSpc>
              <a:buNone/>
            </a:pPr>
            <a:r>
              <a:rPr lang="en-US" sz="356" b="1" dirty="0">
                <a:solidFill>
                  <a:srgbClr val="6D746F">
                    <a:alpha val="99000"/>
                  </a:srgbClr>
                </a:solidFill>
                <a:latin typeface="Noto Sans KR" pitchFamily="34" charset="0"/>
                <a:ea typeface="Noto Sans KR" pitchFamily="34" charset="-122"/>
                <a:cs typeface="Noto Sans KR" pitchFamily="34" charset="-120"/>
              </a:rPr>
              <a:t>SMALL GROUP</a:t>
            </a:r>
            <a:endParaRPr lang="en-US" sz="356" dirty="0"/>
          </a:p>
        </p:txBody>
      </p:sp>
      <p:sp>
        <p:nvSpPr>
          <p:cNvPr id="27" name="Text 18"/>
          <p:cNvSpPr/>
          <p:nvPr/>
        </p:nvSpPr>
        <p:spPr>
          <a:xfrm>
            <a:off x="3086100" y="1543050"/>
            <a:ext cx="542925" cy="114300"/>
          </a:xfrm>
          <a:prstGeom prst="rect">
            <a:avLst/>
          </a:prstGeom>
          <a:noFill/>
          <a:ln/>
        </p:spPr>
        <p:txBody>
          <a:bodyPr wrap="square" lIns="0" tIns="0" rIns="0" bIns="0" rtlCol="0" anchor="t"/>
          <a:lstStyle/>
          <a:p>
            <a:pPr algn="l" indent="0" marL="0">
              <a:lnSpc>
                <a:spcPts val="855"/>
              </a:lnSpc>
              <a:buNone/>
            </a:pPr>
            <a:r>
              <a:rPr lang="en-US" sz="713" b="1" dirty="0">
                <a:solidFill>
                  <a:srgbClr val="171D18">
                    <a:alpha val="99000"/>
                  </a:srgbClr>
                </a:solidFill>
                <a:latin typeface="Noto Sans KR" pitchFamily="34" charset="0"/>
                <a:ea typeface="Noto Sans KR" pitchFamily="34" charset="-122"/>
                <a:cs typeface="Noto Sans KR" pitchFamily="34" charset="-120"/>
              </a:rPr>
              <a:t>2·3인 플레이</a:t>
            </a:r>
            <a:endParaRPr lang="en-US" sz="713" dirty="0"/>
          </a:p>
        </p:txBody>
      </p:sp>
      <p:sp>
        <p:nvSpPr>
          <p:cNvPr id="28" name="Text 19"/>
          <p:cNvSpPr/>
          <p:nvPr/>
        </p:nvSpPr>
        <p:spPr>
          <a:xfrm>
            <a:off x="3086100" y="1685925"/>
            <a:ext cx="566738" cy="66675"/>
          </a:xfrm>
          <a:prstGeom prst="rect">
            <a:avLst/>
          </a:prstGeom>
          <a:noFill/>
          <a:ln/>
        </p:spPr>
        <p:txBody>
          <a:bodyPr wrap="square" lIns="0" tIns="0" rIns="0" bIns="0" rtlCol="0" anchor="t"/>
          <a:lstStyle/>
          <a:p>
            <a:pPr algn="l" indent="0" marL="0">
              <a:lnSpc>
                <a:spcPts val="513"/>
              </a:lnSpc>
              <a:buNone/>
            </a:pPr>
            <a:r>
              <a:rPr lang="en-US" sz="427" dirty="0">
                <a:solidFill>
                  <a:srgbClr val="6D746F">
                    <a:alpha val="99000"/>
                  </a:srgbClr>
                </a:solidFill>
                <a:latin typeface="Noto Sans KR" pitchFamily="34" charset="0"/>
                <a:ea typeface="Noto Sans KR" pitchFamily="34" charset="-122"/>
                <a:cs typeface="Noto Sans KR" pitchFamily="34" charset="-120"/>
              </a:rPr>
              <a:t>인원에 맞는 티타임 탐색</a:t>
            </a:r>
            <a:endParaRPr lang="en-US" sz="427" dirty="0"/>
          </a:p>
        </p:txBody>
      </p:sp>
      <p:sp>
        <p:nvSpPr>
          <p:cNvPr id="29" name="Text 20"/>
          <p:cNvSpPr/>
          <p:nvPr/>
        </p:nvSpPr>
        <p:spPr>
          <a:xfrm>
            <a:off x="4305300" y="1533525"/>
            <a:ext cx="104775" cy="123825"/>
          </a:xfrm>
          <a:prstGeom prst="rect">
            <a:avLst/>
          </a:prstGeom>
          <a:noFill/>
          <a:ln/>
        </p:spPr>
        <p:txBody>
          <a:bodyPr wrap="square" lIns="0" tIns="0" rIns="0" bIns="0" rtlCol="0" anchor="t"/>
          <a:lstStyle/>
          <a:p>
            <a:pPr algn="l" indent="0" marL="0">
              <a:lnSpc>
                <a:spcPts val="941"/>
              </a:lnSpc>
              <a:buNone/>
            </a:pPr>
            <a:r>
              <a:rPr lang="en-US" sz="784" dirty="0">
                <a:solidFill>
                  <a:srgbClr val="145B3B">
                    <a:alpha val="99000"/>
                  </a:srgbClr>
                </a:solidFill>
                <a:latin typeface="Noto Sans KR" pitchFamily="34" charset="0"/>
                <a:ea typeface="Noto Sans KR" pitchFamily="34" charset="-122"/>
                <a:cs typeface="Noto Sans KR" pitchFamily="34" charset="-120"/>
              </a:rPr>
              <a:t>↗</a:t>
            </a:r>
            <a:endParaRPr lang="en-US" sz="784" dirty="0"/>
          </a:p>
        </p:txBody>
      </p:sp>
      <p:pic>
        <p:nvPicPr>
          <p:cNvPr id="30" name="Image 7" descr="preencoded.png">    </p:cNvPr>
          <p:cNvPicPr>
            <a:picLocks noChangeAspect="1"/>
          </p:cNvPicPr>
          <p:nvPr/>
        </p:nvPicPr>
        <p:blipFill>
          <a:blip r:embed="rId8"/>
          <a:srcRect l="0" r="0" t="0" b="0"/>
          <a:stretch/>
        </p:blipFill>
        <p:spPr>
          <a:xfrm>
            <a:off x="4533900" y="1409700"/>
            <a:ext cx="1466850" cy="400050"/>
          </a:xfrm>
          <a:prstGeom prst="rect">
            <a:avLst/>
          </a:prstGeom>
        </p:spPr>
      </p:pic>
      <p:sp>
        <p:nvSpPr>
          <p:cNvPr id="31" name="Text 21"/>
          <p:cNvSpPr/>
          <p:nvPr/>
        </p:nvSpPr>
        <p:spPr>
          <a:xfrm>
            <a:off x="4629150" y="1466850"/>
            <a:ext cx="395288" cy="57150"/>
          </a:xfrm>
          <a:prstGeom prst="rect">
            <a:avLst/>
          </a:prstGeom>
          <a:noFill/>
          <a:ln/>
        </p:spPr>
        <p:txBody>
          <a:bodyPr wrap="square" lIns="0" tIns="0" rIns="0" bIns="0" rtlCol="0" anchor="t"/>
          <a:lstStyle/>
          <a:p>
            <a:pPr algn="l" indent="0" marL="0">
              <a:lnSpc>
                <a:spcPts val="427"/>
              </a:lnSpc>
              <a:buNone/>
            </a:pPr>
            <a:r>
              <a:rPr lang="en-US" sz="356" b="1" dirty="0">
                <a:solidFill>
                  <a:srgbClr val="6D746F">
                    <a:alpha val="99000"/>
                  </a:srgbClr>
                </a:solidFill>
                <a:latin typeface="Noto Sans KR" pitchFamily="34" charset="0"/>
                <a:ea typeface="Noto Sans KR" pitchFamily="34" charset="-122"/>
                <a:cs typeface="Noto Sans KR" pitchFamily="34" charset="-120"/>
              </a:rPr>
              <a:t>ROUND &amp; COACH</a:t>
            </a:r>
            <a:endParaRPr lang="en-US" sz="356" dirty="0"/>
          </a:p>
        </p:txBody>
      </p:sp>
      <p:sp>
        <p:nvSpPr>
          <p:cNvPr id="32" name="Text 22"/>
          <p:cNvSpPr/>
          <p:nvPr/>
        </p:nvSpPr>
        <p:spPr>
          <a:xfrm>
            <a:off x="4629150" y="1543050"/>
            <a:ext cx="461963" cy="114300"/>
          </a:xfrm>
          <a:prstGeom prst="rect">
            <a:avLst/>
          </a:prstGeom>
          <a:noFill/>
          <a:ln/>
        </p:spPr>
        <p:txBody>
          <a:bodyPr wrap="square" lIns="0" tIns="0" rIns="0" bIns="0" rtlCol="0" anchor="t"/>
          <a:lstStyle/>
          <a:p>
            <a:pPr algn="l" indent="0" marL="0">
              <a:lnSpc>
                <a:spcPts val="855"/>
              </a:lnSpc>
              <a:buNone/>
            </a:pPr>
            <a:r>
              <a:rPr lang="en-US" sz="713" b="1" dirty="0">
                <a:solidFill>
                  <a:srgbClr val="171D18">
                    <a:alpha val="99000"/>
                  </a:srgbClr>
                </a:solidFill>
                <a:latin typeface="Noto Sans KR" pitchFamily="34" charset="0"/>
                <a:ea typeface="Noto Sans KR" pitchFamily="34" charset="-122"/>
                <a:cs typeface="Noto Sans KR" pitchFamily="34" charset="-120"/>
              </a:rPr>
              <a:t>라운드 준비</a:t>
            </a:r>
            <a:endParaRPr lang="en-US" sz="713" dirty="0"/>
          </a:p>
        </p:txBody>
      </p:sp>
      <p:sp>
        <p:nvSpPr>
          <p:cNvPr id="33" name="Text 23"/>
          <p:cNvSpPr/>
          <p:nvPr/>
        </p:nvSpPr>
        <p:spPr>
          <a:xfrm>
            <a:off x="4629150" y="1685925"/>
            <a:ext cx="552450" cy="66675"/>
          </a:xfrm>
          <a:prstGeom prst="rect">
            <a:avLst/>
          </a:prstGeom>
          <a:noFill/>
          <a:ln/>
        </p:spPr>
        <p:txBody>
          <a:bodyPr wrap="square" lIns="0" tIns="0" rIns="0" bIns="0" rtlCol="0" anchor="t"/>
          <a:lstStyle/>
          <a:p>
            <a:pPr algn="l" indent="0" marL="0">
              <a:lnSpc>
                <a:spcPts val="513"/>
              </a:lnSpc>
              <a:buNone/>
            </a:pPr>
            <a:r>
              <a:rPr lang="en-US" sz="427" dirty="0">
                <a:solidFill>
                  <a:srgbClr val="6D746F">
                    <a:alpha val="99000"/>
                  </a:srgbClr>
                </a:solidFill>
                <a:latin typeface="Noto Sans KR" pitchFamily="34" charset="0"/>
                <a:ea typeface="Noto Sans KR" pitchFamily="34" charset="-122"/>
                <a:cs typeface="Noto Sans KR" pitchFamily="34" charset="-120"/>
              </a:rPr>
              <a:t>스윙 점검부터 필드까지</a:t>
            </a:r>
            <a:endParaRPr lang="en-US" sz="427" dirty="0"/>
          </a:p>
        </p:txBody>
      </p:sp>
      <p:sp>
        <p:nvSpPr>
          <p:cNvPr id="34" name="Text 24"/>
          <p:cNvSpPr/>
          <p:nvPr/>
        </p:nvSpPr>
        <p:spPr>
          <a:xfrm>
            <a:off x="5848350" y="1533525"/>
            <a:ext cx="104775" cy="123825"/>
          </a:xfrm>
          <a:prstGeom prst="rect">
            <a:avLst/>
          </a:prstGeom>
          <a:noFill/>
          <a:ln/>
        </p:spPr>
        <p:txBody>
          <a:bodyPr wrap="square" lIns="0" tIns="0" rIns="0" bIns="0" rtlCol="0" anchor="t"/>
          <a:lstStyle/>
          <a:p>
            <a:pPr algn="l" indent="0" marL="0">
              <a:lnSpc>
                <a:spcPts val="941"/>
              </a:lnSpc>
              <a:buNone/>
            </a:pPr>
            <a:r>
              <a:rPr lang="en-US" sz="784" dirty="0">
                <a:solidFill>
                  <a:srgbClr val="145B3B">
                    <a:alpha val="99000"/>
                  </a:srgbClr>
                </a:solidFill>
                <a:latin typeface="Noto Sans KR" pitchFamily="34" charset="0"/>
                <a:ea typeface="Noto Sans KR" pitchFamily="34" charset="-122"/>
                <a:cs typeface="Noto Sans KR" pitchFamily="34" charset="-120"/>
              </a:rPr>
              <a:t>↗</a:t>
            </a:r>
            <a:endParaRPr lang="en-US" sz="784" dirty="0"/>
          </a:p>
        </p:txBody>
      </p:sp>
      <p:pic>
        <p:nvPicPr>
          <p:cNvPr id="35" name="Image 8" descr="preencoded.png">    </p:cNvPr>
          <p:cNvPicPr>
            <a:picLocks noChangeAspect="1"/>
          </p:cNvPicPr>
          <p:nvPr/>
        </p:nvPicPr>
        <p:blipFill>
          <a:blip r:embed="rId9"/>
          <a:srcRect l="0" r="0" t="0" b="0"/>
          <a:stretch/>
        </p:blipFill>
        <p:spPr>
          <a:xfrm>
            <a:off x="1447800" y="1905000"/>
            <a:ext cx="4557713" cy="966788"/>
          </a:xfrm>
          <a:prstGeom prst="rect">
            <a:avLst/>
          </a:prstGeom>
        </p:spPr>
      </p:pic>
      <p:pic>
        <p:nvPicPr>
          <p:cNvPr id="36" name="Image 9" descr="preencoded.png">    </p:cNvPr>
          <p:cNvPicPr>
            <a:picLocks noChangeAspect="1"/>
          </p:cNvPicPr>
          <p:nvPr/>
        </p:nvPicPr>
        <p:blipFill>
          <a:blip r:embed="rId10"/>
          <a:srcRect l="0" r="0" t="0" b="0"/>
          <a:stretch/>
        </p:blipFill>
        <p:spPr>
          <a:xfrm>
            <a:off x="1543050" y="2000250"/>
            <a:ext cx="3429000" cy="200025"/>
          </a:xfrm>
          <a:prstGeom prst="rect">
            <a:avLst/>
          </a:prstGeom>
        </p:spPr>
      </p:pic>
      <p:pic>
        <p:nvPicPr>
          <p:cNvPr id="37" name="Image 10" descr="preencoded.png">    </p:cNvPr>
          <p:cNvPicPr>
            <a:picLocks noChangeAspect="1"/>
          </p:cNvPicPr>
          <p:nvPr/>
        </p:nvPicPr>
        <p:blipFill>
          <a:blip r:embed="rId11"/>
          <a:srcRect l="0" r="0" t="0" b="0"/>
          <a:stretch/>
        </p:blipFill>
        <p:spPr>
          <a:xfrm>
            <a:off x="1614488" y="2062163"/>
            <a:ext cx="64294" cy="64294"/>
          </a:xfrm>
          <a:prstGeom prst="rect">
            <a:avLst/>
          </a:prstGeom>
        </p:spPr>
      </p:pic>
      <p:pic>
        <p:nvPicPr>
          <p:cNvPr id="38" name="Image 11" descr="preencoded.png">    </p:cNvPr>
          <p:cNvPicPr>
            <a:picLocks noChangeAspect="1"/>
          </p:cNvPicPr>
          <p:nvPr/>
        </p:nvPicPr>
        <p:blipFill>
          <a:blip r:embed="rId12"/>
          <a:srcRect l="0" r="0" t="0" b="0"/>
          <a:stretch/>
        </p:blipFill>
        <p:spPr>
          <a:xfrm>
            <a:off x="1662113" y="2114550"/>
            <a:ext cx="28863" cy="28864"/>
          </a:xfrm>
          <a:prstGeom prst="rect">
            <a:avLst/>
          </a:prstGeom>
        </p:spPr>
      </p:pic>
      <p:sp>
        <p:nvSpPr>
          <p:cNvPr id="39" name="Text 25"/>
          <p:cNvSpPr/>
          <p:nvPr/>
        </p:nvSpPr>
        <p:spPr>
          <a:xfrm>
            <a:off x="1757363" y="2062163"/>
            <a:ext cx="661988" cy="80963"/>
          </a:xfrm>
          <a:prstGeom prst="rect">
            <a:avLst/>
          </a:prstGeom>
          <a:noFill/>
          <a:ln/>
        </p:spPr>
        <p:txBody>
          <a:bodyPr wrap="square" lIns="0" tIns="0" rIns="0" bIns="0" rtlCol="0" anchor="t"/>
          <a:lstStyle/>
          <a:p>
            <a:pPr algn="l" indent="0" marL="0">
              <a:lnSpc>
                <a:spcPts val="599"/>
              </a:lnSpc>
              <a:buNone/>
            </a:pPr>
            <a:r>
              <a:rPr lang="en-US" sz="499" dirty="0">
                <a:solidFill>
                  <a:srgbClr val="8A918C">
                    <a:alpha val="99000"/>
                  </a:srgbClr>
                </a:solidFill>
                <a:latin typeface="Noto Sans KR" pitchFamily="34" charset="0"/>
                <a:ea typeface="Noto Sans KR" pitchFamily="34" charset="-122"/>
                <a:cs typeface="Noto Sans KR" pitchFamily="34" charset="-120"/>
              </a:rPr>
              <a:t>골프장명 또는 지역 검색</a:t>
            </a:r>
            <a:endParaRPr lang="en-US" sz="499" dirty="0"/>
          </a:p>
        </p:txBody>
      </p:sp>
      <p:pic>
        <p:nvPicPr>
          <p:cNvPr id="40" name="Image 12" descr="preencoded.png">    </p:cNvPr>
          <p:cNvPicPr>
            <a:picLocks noChangeAspect="1"/>
          </p:cNvPicPr>
          <p:nvPr/>
        </p:nvPicPr>
        <p:blipFill>
          <a:blip r:embed="rId13"/>
          <a:srcRect l="0" r="0" t="0" b="0"/>
          <a:stretch/>
        </p:blipFill>
        <p:spPr>
          <a:xfrm>
            <a:off x="5029200" y="2000250"/>
            <a:ext cx="876300" cy="200025"/>
          </a:xfrm>
          <a:prstGeom prst="rect">
            <a:avLst/>
          </a:prstGeom>
        </p:spPr>
      </p:pic>
      <p:sp>
        <p:nvSpPr>
          <p:cNvPr id="41" name="Text 26"/>
          <p:cNvSpPr/>
          <p:nvPr/>
        </p:nvSpPr>
        <p:spPr>
          <a:xfrm>
            <a:off x="5319713" y="2062163"/>
            <a:ext cx="323850" cy="80963"/>
          </a:xfrm>
          <a:prstGeom prst="rect">
            <a:avLst/>
          </a:prstGeom>
          <a:noFill/>
          <a:ln/>
        </p:spPr>
        <p:txBody>
          <a:bodyPr wrap="square" lIns="0" tIns="0" rIns="0" bIns="0" rtlCol="0" anchor="t"/>
          <a:lstStyle/>
          <a:p>
            <a:pPr algn="l" indent="0" marL="0">
              <a:lnSpc>
                <a:spcPts val="599"/>
              </a:lnSpc>
              <a:buNone/>
            </a:pPr>
            <a:r>
              <a:rPr lang="en-US" sz="499" b="1" dirty="0">
                <a:solidFill>
                  <a:srgbClr val="FFFFFF">
                    <a:alpha val="99000"/>
                  </a:srgbClr>
                </a:solidFill>
                <a:latin typeface="Noto Sans KR" pitchFamily="34" charset="0"/>
                <a:ea typeface="Noto Sans KR" pitchFamily="34" charset="-122"/>
                <a:cs typeface="Noto Sans KR" pitchFamily="34" charset="-120"/>
              </a:rPr>
              <a:t>티타임 검색</a:t>
            </a:r>
            <a:endParaRPr lang="en-US" sz="499" dirty="0"/>
          </a:p>
        </p:txBody>
      </p:sp>
      <p:sp>
        <p:nvSpPr>
          <p:cNvPr id="42" name="Text 27"/>
          <p:cNvSpPr/>
          <p:nvPr/>
        </p:nvSpPr>
        <p:spPr>
          <a:xfrm>
            <a:off x="1547813" y="2328863"/>
            <a:ext cx="314325" cy="90488"/>
          </a:xfrm>
          <a:prstGeom prst="rect">
            <a:avLst/>
          </a:prstGeom>
          <a:noFill/>
          <a:ln/>
        </p:spPr>
        <p:txBody>
          <a:bodyPr wrap="square" lIns="0" tIns="0" rIns="0" bIns="0" rtlCol="0" anchor="t"/>
          <a:lstStyle/>
          <a:p>
            <a:pPr algn="l" indent="0" marL="0">
              <a:lnSpc>
                <a:spcPts val="684"/>
              </a:lnSpc>
              <a:buNone/>
            </a:pPr>
            <a:r>
              <a:rPr lang="en-US" sz="570" b="1" dirty="0">
                <a:solidFill>
                  <a:srgbClr val="171D18">
                    <a:alpha val="99000"/>
                  </a:srgbClr>
                </a:solidFill>
                <a:latin typeface="Noto Sans KR" pitchFamily="34" charset="0"/>
                <a:ea typeface="Noto Sans KR" pitchFamily="34" charset="-122"/>
                <a:cs typeface="Noto Sans KR" pitchFamily="34" charset="-120"/>
              </a:rPr>
              <a:t>2026. 09</a:t>
            </a:r>
            <a:endParaRPr lang="en-US" sz="570" dirty="0"/>
          </a:p>
        </p:txBody>
      </p:sp>
      <p:sp>
        <p:nvSpPr>
          <p:cNvPr id="43" name="Text 28"/>
          <p:cNvSpPr/>
          <p:nvPr/>
        </p:nvSpPr>
        <p:spPr>
          <a:xfrm>
            <a:off x="1547813" y="2462213"/>
            <a:ext cx="204788" cy="61912"/>
          </a:xfrm>
          <a:prstGeom prst="rect">
            <a:avLst/>
          </a:prstGeom>
          <a:noFill/>
          <a:ln/>
        </p:spPr>
        <p:txBody>
          <a:bodyPr wrap="square" lIns="0" tIns="0" rIns="0" bIns="0" rtlCol="0" anchor="t"/>
          <a:lstStyle/>
          <a:p>
            <a:pPr algn="l" indent="0" marL="0">
              <a:lnSpc>
                <a:spcPts val="470"/>
              </a:lnSpc>
              <a:buNone/>
            </a:pPr>
            <a:r>
              <a:rPr lang="en-US" sz="392" dirty="0">
                <a:solidFill>
                  <a:srgbClr val="6D746F">
                    <a:alpha val="99000"/>
                  </a:srgbClr>
                </a:solidFill>
                <a:latin typeface="Noto Sans KR" pitchFamily="34" charset="0"/>
                <a:ea typeface="Noto Sans KR" pitchFamily="34" charset="-122"/>
                <a:cs typeface="Noto Sans KR" pitchFamily="34" charset="-120"/>
              </a:rPr>
              <a:t>날짜 선택</a:t>
            </a:r>
            <a:endParaRPr lang="en-US" sz="392" dirty="0"/>
          </a:p>
        </p:txBody>
      </p:sp>
      <p:sp>
        <p:nvSpPr>
          <p:cNvPr id="44" name="Text 29"/>
          <p:cNvSpPr/>
          <p:nvPr/>
        </p:nvSpPr>
        <p:spPr>
          <a:xfrm>
            <a:off x="2214563" y="2333625"/>
            <a:ext cx="57150" cy="66675"/>
          </a:xfrm>
          <a:prstGeom prst="rect">
            <a:avLst/>
          </a:prstGeom>
          <a:noFill/>
          <a:ln/>
        </p:spPr>
        <p:txBody>
          <a:bodyPr wrap="square" lIns="0" tIns="0" rIns="0" bIns="0" rtlCol="0" anchor="t"/>
          <a:lstStyle/>
          <a:p>
            <a:pPr algn="l" indent="0" marL="0">
              <a:lnSpc>
                <a:spcPts val="513"/>
              </a:lnSpc>
              <a:buNone/>
            </a:pPr>
            <a:r>
              <a:rPr lang="en-US" sz="427" dirty="0">
                <a:solidFill>
                  <a:srgbClr val="171D18">
                    <a:alpha val="99000"/>
                  </a:srgbClr>
                </a:solidFill>
                <a:latin typeface="Noto Sans KR" pitchFamily="34" charset="0"/>
                <a:ea typeface="Noto Sans KR" pitchFamily="34" charset="-122"/>
                <a:cs typeface="Noto Sans KR" pitchFamily="34" charset="-120"/>
              </a:rPr>
              <a:t>수</a:t>
            </a:r>
            <a:endParaRPr lang="en-US" sz="427" dirty="0"/>
          </a:p>
        </p:txBody>
      </p:sp>
      <p:sp>
        <p:nvSpPr>
          <p:cNvPr id="45" name="Text 30"/>
          <p:cNvSpPr/>
          <p:nvPr/>
        </p:nvSpPr>
        <p:spPr>
          <a:xfrm>
            <a:off x="2195513" y="2424113"/>
            <a:ext cx="114300" cy="114300"/>
          </a:xfrm>
          <a:prstGeom prst="rect">
            <a:avLst/>
          </a:prstGeom>
          <a:noFill/>
          <a:ln/>
        </p:spPr>
        <p:txBody>
          <a:bodyPr wrap="square" lIns="0" tIns="0" rIns="0" bIns="0" rtlCol="0" anchor="t"/>
          <a:lstStyle/>
          <a:p>
            <a:pPr algn="l" indent="0" marL="0">
              <a:lnSpc>
                <a:spcPts val="855"/>
              </a:lnSpc>
              <a:buNone/>
            </a:pPr>
            <a:r>
              <a:rPr lang="en-US" sz="713" b="1" dirty="0">
                <a:solidFill>
                  <a:srgbClr val="171D18">
                    <a:alpha val="99000"/>
                  </a:srgbClr>
                </a:solidFill>
                <a:latin typeface="Noto Sans KR" pitchFamily="34" charset="0"/>
                <a:ea typeface="Noto Sans KR" pitchFamily="34" charset="-122"/>
                <a:cs typeface="Noto Sans KR" pitchFamily="34" charset="-120"/>
              </a:rPr>
              <a:t>16</a:t>
            </a:r>
            <a:endParaRPr lang="en-US" sz="713" dirty="0"/>
          </a:p>
        </p:txBody>
      </p:sp>
      <p:sp>
        <p:nvSpPr>
          <p:cNvPr id="46" name="Text 31"/>
          <p:cNvSpPr/>
          <p:nvPr/>
        </p:nvSpPr>
        <p:spPr>
          <a:xfrm>
            <a:off x="2581275" y="2333625"/>
            <a:ext cx="57150" cy="66675"/>
          </a:xfrm>
          <a:prstGeom prst="rect">
            <a:avLst/>
          </a:prstGeom>
          <a:noFill/>
          <a:ln/>
        </p:spPr>
        <p:txBody>
          <a:bodyPr wrap="square" lIns="0" tIns="0" rIns="0" bIns="0" rtlCol="0" anchor="t"/>
          <a:lstStyle/>
          <a:p>
            <a:pPr algn="l" indent="0" marL="0">
              <a:lnSpc>
                <a:spcPts val="513"/>
              </a:lnSpc>
              <a:buNone/>
            </a:pPr>
            <a:r>
              <a:rPr lang="en-US" sz="427" dirty="0">
                <a:solidFill>
                  <a:srgbClr val="171D18">
                    <a:alpha val="99000"/>
                  </a:srgbClr>
                </a:solidFill>
                <a:latin typeface="Noto Sans KR" pitchFamily="34" charset="0"/>
                <a:ea typeface="Noto Sans KR" pitchFamily="34" charset="-122"/>
                <a:cs typeface="Noto Sans KR" pitchFamily="34" charset="-120"/>
              </a:rPr>
              <a:t>목</a:t>
            </a:r>
            <a:endParaRPr lang="en-US" sz="427" dirty="0"/>
          </a:p>
        </p:txBody>
      </p:sp>
      <p:sp>
        <p:nvSpPr>
          <p:cNvPr id="47" name="Text 32"/>
          <p:cNvSpPr/>
          <p:nvPr/>
        </p:nvSpPr>
        <p:spPr>
          <a:xfrm>
            <a:off x="2562225" y="2424113"/>
            <a:ext cx="114300" cy="114300"/>
          </a:xfrm>
          <a:prstGeom prst="rect">
            <a:avLst/>
          </a:prstGeom>
          <a:noFill/>
          <a:ln/>
        </p:spPr>
        <p:txBody>
          <a:bodyPr wrap="square" lIns="0" tIns="0" rIns="0" bIns="0" rtlCol="0" anchor="t"/>
          <a:lstStyle/>
          <a:p>
            <a:pPr algn="l" indent="0" marL="0">
              <a:lnSpc>
                <a:spcPts val="855"/>
              </a:lnSpc>
              <a:buNone/>
            </a:pPr>
            <a:r>
              <a:rPr lang="en-US" sz="713" b="1" dirty="0">
                <a:solidFill>
                  <a:srgbClr val="171D18">
                    <a:alpha val="99000"/>
                  </a:srgbClr>
                </a:solidFill>
                <a:latin typeface="Noto Sans KR" pitchFamily="34" charset="0"/>
                <a:ea typeface="Noto Sans KR" pitchFamily="34" charset="-122"/>
                <a:cs typeface="Noto Sans KR" pitchFamily="34" charset="-120"/>
              </a:rPr>
              <a:t>17</a:t>
            </a:r>
            <a:endParaRPr lang="en-US" sz="713" dirty="0"/>
          </a:p>
        </p:txBody>
      </p:sp>
      <p:pic>
        <p:nvPicPr>
          <p:cNvPr id="48" name="Image 13" descr="preencoded.png">    </p:cNvPr>
          <p:cNvPicPr>
            <a:picLocks noChangeAspect="1"/>
          </p:cNvPicPr>
          <p:nvPr/>
        </p:nvPicPr>
        <p:blipFill>
          <a:blip r:embed="rId14"/>
          <a:srcRect l="0" r="0" t="0" b="0"/>
          <a:stretch/>
        </p:blipFill>
        <p:spPr>
          <a:xfrm>
            <a:off x="2862263" y="2281238"/>
            <a:ext cx="285750" cy="309563"/>
          </a:xfrm>
          <a:prstGeom prst="rect">
            <a:avLst/>
          </a:prstGeom>
        </p:spPr>
      </p:pic>
      <p:sp>
        <p:nvSpPr>
          <p:cNvPr id="49" name="Text 33"/>
          <p:cNvSpPr/>
          <p:nvPr/>
        </p:nvSpPr>
        <p:spPr>
          <a:xfrm>
            <a:off x="2947988" y="2333625"/>
            <a:ext cx="57150" cy="66675"/>
          </a:xfrm>
          <a:prstGeom prst="rect">
            <a:avLst/>
          </a:prstGeom>
          <a:noFill/>
          <a:ln/>
        </p:spPr>
        <p:txBody>
          <a:bodyPr wrap="square" lIns="0" tIns="0" rIns="0" bIns="0" rtlCol="0" anchor="t"/>
          <a:lstStyle/>
          <a:p>
            <a:pPr algn="l" indent="0" marL="0">
              <a:lnSpc>
                <a:spcPts val="513"/>
              </a:lnSpc>
              <a:buNone/>
            </a:pPr>
            <a:r>
              <a:rPr lang="en-US" sz="427" dirty="0">
                <a:solidFill>
                  <a:srgbClr val="FFFFFF">
                    <a:alpha val="99000"/>
                  </a:srgbClr>
                </a:solidFill>
                <a:latin typeface="Noto Sans KR" pitchFamily="34" charset="0"/>
                <a:ea typeface="Noto Sans KR" pitchFamily="34" charset="-122"/>
                <a:cs typeface="Noto Sans KR" pitchFamily="34" charset="-120"/>
              </a:rPr>
              <a:t>금</a:t>
            </a:r>
            <a:endParaRPr lang="en-US" sz="427" dirty="0"/>
          </a:p>
        </p:txBody>
      </p:sp>
      <p:sp>
        <p:nvSpPr>
          <p:cNvPr id="50" name="Text 34"/>
          <p:cNvSpPr/>
          <p:nvPr/>
        </p:nvSpPr>
        <p:spPr>
          <a:xfrm>
            <a:off x="2928938" y="2424113"/>
            <a:ext cx="114300" cy="114300"/>
          </a:xfrm>
          <a:prstGeom prst="rect">
            <a:avLst/>
          </a:prstGeom>
          <a:noFill/>
          <a:ln/>
        </p:spPr>
        <p:txBody>
          <a:bodyPr wrap="square" lIns="0" tIns="0" rIns="0" bIns="0" rtlCol="0" anchor="t"/>
          <a:lstStyle/>
          <a:p>
            <a:pPr algn="l" indent="0" marL="0">
              <a:lnSpc>
                <a:spcPts val="855"/>
              </a:lnSpc>
              <a:buNone/>
            </a:pPr>
            <a:r>
              <a:rPr lang="en-US" sz="713" b="1" dirty="0">
                <a:solidFill>
                  <a:srgbClr val="FFFFFF">
                    <a:alpha val="99000"/>
                  </a:srgbClr>
                </a:solidFill>
                <a:latin typeface="Noto Sans KR" pitchFamily="34" charset="0"/>
                <a:ea typeface="Noto Sans KR" pitchFamily="34" charset="-122"/>
                <a:cs typeface="Noto Sans KR" pitchFamily="34" charset="-120"/>
              </a:rPr>
              <a:t>18</a:t>
            </a:r>
            <a:endParaRPr lang="en-US" sz="713" dirty="0"/>
          </a:p>
        </p:txBody>
      </p:sp>
      <p:sp>
        <p:nvSpPr>
          <p:cNvPr id="51" name="Text 35"/>
          <p:cNvSpPr/>
          <p:nvPr/>
        </p:nvSpPr>
        <p:spPr>
          <a:xfrm>
            <a:off x="3314700" y="2333625"/>
            <a:ext cx="57150" cy="66675"/>
          </a:xfrm>
          <a:prstGeom prst="rect">
            <a:avLst/>
          </a:prstGeom>
          <a:noFill/>
          <a:ln/>
        </p:spPr>
        <p:txBody>
          <a:bodyPr wrap="square" lIns="0" tIns="0" rIns="0" bIns="0" rtlCol="0" anchor="t"/>
          <a:lstStyle/>
          <a:p>
            <a:pPr algn="l" indent="0" marL="0">
              <a:lnSpc>
                <a:spcPts val="513"/>
              </a:lnSpc>
              <a:buNone/>
            </a:pPr>
            <a:r>
              <a:rPr lang="en-US" sz="427" dirty="0">
                <a:solidFill>
                  <a:srgbClr val="AF6456">
                    <a:alpha val="99000"/>
                  </a:srgbClr>
                </a:solidFill>
                <a:latin typeface="Noto Sans KR" pitchFamily="34" charset="0"/>
                <a:ea typeface="Noto Sans KR" pitchFamily="34" charset="-122"/>
                <a:cs typeface="Noto Sans KR" pitchFamily="34" charset="-120"/>
              </a:rPr>
              <a:t>토</a:t>
            </a:r>
            <a:endParaRPr lang="en-US" sz="427" dirty="0"/>
          </a:p>
        </p:txBody>
      </p:sp>
      <p:sp>
        <p:nvSpPr>
          <p:cNvPr id="52" name="Text 36"/>
          <p:cNvSpPr/>
          <p:nvPr/>
        </p:nvSpPr>
        <p:spPr>
          <a:xfrm>
            <a:off x="3295650" y="2424113"/>
            <a:ext cx="114300" cy="114300"/>
          </a:xfrm>
          <a:prstGeom prst="rect">
            <a:avLst/>
          </a:prstGeom>
          <a:noFill/>
          <a:ln/>
        </p:spPr>
        <p:txBody>
          <a:bodyPr wrap="square" lIns="0" tIns="0" rIns="0" bIns="0" rtlCol="0" anchor="t"/>
          <a:lstStyle/>
          <a:p>
            <a:pPr algn="l" indent="0" marL="0">
              <a:lnSpc>
                <a:spcPts val="855"/>
              </a:lnSpc>
              <a:buNone/>
            </a:pPr>
            <a:r>
              <a:rPr lang="en-US" sz="713" b="1" dirty="0">
                <a:solidFill>
                  <a:srgbClr val="AF6456">
                    <a:alpha val="99000"/>
                  </a:srgbClr>
                </a:solidFill>
                <a:latin typeface="Noto Sans KR" pitchFamily="34" charset="0"/>
                <a:ea typeface="Noto Sans KR" pitchFamily="34" charset="-122"/>
                <a:cs typeface="Noto Sans KR" pitchFamily="34" charset="-120"/>
              </a:rPr>
              <a:t>19</a:t>
            </a:r>
            <a:endParaRPr lang="en-US" sz="713" dirty="0"/>
          </a:p>
        </p:txBody>
      </p:sp>
      <p:sp>
        <p:nvSpPr>
          <p:cNvPr id="53" name="Text 37"/>
          <p:cNvSpPr/>
          <p:nvPr/>
        </p:nvSpPr>
        <p:spPr>
          <a:xfrm>
            <a:off x="3681413" y="2333625"/>
            <a:ext cx="57150" cy="66675"/>
          </a:xfrm>
          <a:prstGeom prst="rect">
            <a:avLst/>
          </a:prstGeom>
          <a:noFill/>
          <a:ln/>
        </p:spPr>
        <p:txBody>
          <a:bodyPr wrap="square" lIns="0" tIns="0" rIns="0" bIns="0" rtlCol="0" anchor="t"/>
          <a:lstStyle/>
          <a:p>
            <a:pPr algn="l" indent="0" marL="0">
              <a:lnSpc>
                <a:spcPts val="513"/>
              </a:lnSpc>
              <a:buNone/>
            </a:pPr>
            <a:r>
              <a:rPr lang="en-US" sz="427" dirty="0">
                <a:solidFill>
                  <a:srgbClr val="AF6456">
                    <a:alpha val="99000"/>
                  </a:srgbClr>
                </a:solidFill>
                <a:latin typeface="Noto Sans KR" pitchFamily="34" charset="0"/>
                <a:ea typeface="Noto Sans KR" pitchFamily="34" charset="-122"/>
                <a:cs typeface="Noto Sans KR" pitchFamily="34" charset="-120"/>
              </a:rPr>
              <a:t>일</a:t>
            </a:r>
            <a:endParaRPr lang="en-US" sz="427" dirty="0"/>
          </a:p>
        </p:txBody>
      </p:sp>
      <p:sp>
        <p:nvSpPr>
          <p:cNvPr id="54" name="Text 38"/>
          <p:cNvSpPr/>
          <p:nvPr/>
        </p:nvSpPr>
        <p:spPr>
          <a:xfrm>
            <a:off x="3662362" y="2424113"/>
            <a:ext cx="114300" cy="114300"/>
          </a:xfrm>
          <a:prstGeom prst="rect">
            <a:avLst/>
          </a:prstGeom>
          <a:noFill/>
          <a:ln/>
        </p:spPr>
        <p:txBody>
          <a:bodyPr wrap="square" lIns="0" tIns="0" rIns="0" bIns="0" rtlCol="0" anchor="t"/>
          <a:lstStyle/>
          <a:p>
            <a:pPr algn="l" indent="0" marL="0">
              <a:lnSpc>
                <a:spcPts val="855"/>
              </a:lnSpc>
              <a:buNone/>
            </a:pPr>
            <a:r>
              <a:rPr lang="en-US" sz="713" b="1" dirty="0">
                <a:solidFill>
                  <a:srgbClr val="AF6456">
                    <a:alpha val="99000"/>
                  </a:srgbClr>
                </a:solidFill>
                <a:latin typeface="Noto Sans KR" pitchFamily="34" charset="0"/>
                <a:ea typeface="Noto Sans KR" pitchFamily="34" charset="-122"/>
                <a:cs typeface="Noto Sans KR" pitchFamily="34" charset="-120"/>
              </a:rPr>
              <a:t>20</a:t>
            </a:r>
            <a:endParaRPr lang="en-US" sz="713" dirty="0"/>
          </a:p>
        </p:txBody>
      </p:sp>
      <p:sp>
        <p:nvSpPr>
          <p:cNvPr id="55" name="Text 39"/>
          <p:cNvSpPr/>
          <p:nvPr/>
        </p:nvSpPr>
        <p:spPr>
          <a:xfrm>
            <a:off x="4048125" y="2333625"/>
            <a:ext cx="57150" cy="66675"/>
          </a:xfrm>
          <a:prstGeom prst="rect">
            <a:avLst/>
          </a:prstGeom>
          <a:noFill/>
          <a:ln/>
        </p:spPr>
        <p:txBody>
          <a:bodyPr wrap="square" lIns="0" tIns="0" rIns="0" bIns="0" rtlCol="0" anchor="t"/>
          <a:lstStyle/>
          <a:p>
            <a:pPr algn="l" indent="0" marL="0">
              <a:lnSpc>
                <a:spcPts val="513"/>
              </a:lnSpc>
              <a:buNone/>
            </a:pPr>
            <a:r>
              <a:rPr lang="en-US" sz="427" dirty="0">
                <a:solidFill>
                  <a:srgbClr val="171D18">
                    <a:alpha val="99000"/>
                  </a:srgbClr>
                </a:solidFill>
                <a:latin typeface="Noto Sans KR" pitchFamily="34" charset="0"/>
                <a:ea typeface="Noto Sans KR" pitchFamily="34" charset="-122"/>
                <a:cs typeface="Noto Sans KR" pitchFamily="34" charset="-120"/>
              </a:rPr>
              <a:t>월</a:t>
            </a:r>
            <a:endParaRPr lang="en-US" sz="427" dirty="0"/>
          </a:p>
        </p:txBody>
      </p:sp>
      <p:sp>
        <p:nvSpPr>
          <p:cNvPr id="56" name="Text 40"/>
          <p:cNvSpPr/>
          <p:nvPr/>
        </p:nvSpPr>
        <p:spPr>
          <a:xfrm>
            <a:off x="4029075" y="2424113"/>
            <a:ext cx="114300" cy="114300"/>
          </a:xfrm>
          <a:prstGeom prst="rect">
            <a:avLst/>
          </a:prstGeom>
          <a:noFill/>
          <a:ln/>
        </p:spPr>
        <p:txBody>
          <a:bodyPr wrap="square" lIns="0" tIns="0" rIns="0" bIns="0" rtlCol="0" anchor="t"/>
          <a:lstStyle/>
          <a:p>
            <a:pPr algn="l" indent="0" marL="0">
              <a:lnSpc>
                <a:spcPts val="855"/>
              </a:lnSpc>
              <a:buNone/>
            </a:pPr>
            <a:r>
              <a:rPr lang="en-US" sz="713" b="1" dirty="0">
                <a:solidFill>
                  <a:srgbClr val="171D18">
                    <a:alpha val="99000"/>
                  </a:srgbClr>
                </a:solidFill>
                <a:latin typeface="Noto Sans KR" pitchFamily="34" charset="0"/>
                <a:ea typeface="Noto Sans KR" pitchFamily="34" charset="-122"/>
                <a:cs typeface="Noto Sans KR" pitchFamily="34" charset="-120"/>
              </a:rPr>
              <a:t>21</a:t>
            </a:r>
            <a:endParaRPr lang="en-US" sz="713" dirty="0"/>
          </a:p>
        </p:txBody>
      </p:sp>
      <p:sp>
        <p:nvSpPr>
          <p:cNvPr id="57" name="Text 41"/>
          <p:cNvSpPr/>
          <p:nvPr/>
        </p:nvSpPr>
        <p:spPr>
          <a:xfrm>
            <a:off x="4414838" y="2333625"/>
            <a:ext cx="57150" cy="66675"/>
          </a:xfrm>
          <a:prstGeom prst="rect">
            <a:avLst/>
          </a:prstGeom>
          <a:noFill/>
          <a:ln/>
        </p:spPr>
        <p:txBody>
          <a:bodyPr wrap="square" lIns="0" tIns="0" rIns="0" bIns="0" rtlCol="0" anchor="t"/>
          <a:lstStyle/>
          <a:p>
            <a:pPr algn="l" indent="0" marL="0">
              <a:lnSpc>
                <a:spcPts val="513"/>
              </a:lnSpc>
              <a:buNone/>
            </a:pPr>
            <a:r>
              <a:rPr lang="en-US" sz="427" dirty="0">
                <a:solidFill>
                  <a:srgbClr val="171D18">
                    <a:alpha val="99000"/>
                  </a:srgbClr>
                </a:solidFill>
                <a:latin typeface="Noto Sans KR" pitchFamily="34" charset="0"/>
                <a:ea typeface="Noto Sans KR" pitchFamily="34" charset="-122"/>
                <a:cs typeface="Noto Sans KR" pitchFamily="34" charset="-120"/>
              </a:rPr>
              <a:t>화</a:t>
            </a:r>
            <a:endParaRPr lang="en-US" sz="427" dirty="0"/>
          </a:p>
        </p:txBody>
      </p:sp>
      <p:sp>
        <p:nvSpPr>
          <p:cNvPr id="58" name="Text 42"/>
          <p:cNvSpPr/>
          <p:nvPr/>
        </p:nvSpPr>
        <p:spPr>
          <a:xfrm>
            <a:off x="4395788" y="2424113"/>
            <a:ext cx="114300" cy="114300"/>
          </a:xfrm>
          <a:prstGeom prst="rect">
            <a:avLst/>
          </a:prstGeom>
          <a:noFill/>
          <a:ln/>
        </p:spPr>
        <p:txBody>
          <a:bodyPr wrap="square" lIns="0" tIns="0" rIns="0" bIns="0" rtlCol="0" anchor="t"/>
          <a:lstStyle/>
          <a:p>
            <a:pPr algn="l" indent="0" marL="0">
              <a:lnSpc>
                <a:spcPts val="855"/>
              </a:lnSpc>
              <a:buNone/>
            </a:pPr>
            <a:r>
              <a:rPr lang="en-US" sz="713" b="1" dirty="0">
                <a:solidFill>
                  <a:srgbClr val="171D18">
                    <a:alpha val="99000"/>
                  </a:srgbClr>
                </a:solidFill>
                <a:latin typeface="Noto Sans KR" pitchFamily="34" charset="0"/>
                <a:ea typeface="Noto Sans KR" pitchFamily="34" charset="-122"/>
                <a:cs typeface="Noto Sans KR" pitchFamily="34" charset="-120"/>
              </a:rPr>
              <a:t>22</a:t>
            </a:r>
            <a:endParaRPr lang="en-US" sz="713" dirty="0"/>
          </a:p>
        </p:txBody>
      </p:sp>
      <p:sp>
        <p:nvSpPr>
          <p:cNvPr id="59" name="Text 43"/>
          <p:cNvSpPr/>
          <p:nvPr/>
        </p:nvSpPr>
        <p:spPr>
          <a:xfrm>
            <a:off x="4781550" y="2333625"/>
            <a:ext cx="57150" cy="66675"/>
          </a:xfrm>
          <a:prstGeom prst="rect">
            <a:avLst/>
          </a:prstGeom>
          <a:noFill/>
          <a:ln/>
        </p:spPr>
        <p:txBody>
          <a:bodyPr wrap="square" lIns="0" tIns="0" rIns="0" bIns="0" rtlCol="0" anchor="t"/>
          <a:lstStyle/>
          <a:p>
            <a:pPr algn="l" indent="0" marL="0">
              <a:lnSpc>
                <a:spcPts val="513"/>
              </a:lnSpc>
              <a:buNone/>
            </a:pPr>
            <a:r>
              <a:rPr lang="en-US" sz="427" dirty="0">
                <a:solidFill>
                  <a:srgbClr val="171D18">
                    <a:alpha val="99000"/>
                  </a:srgbClr>
                </a:solidFill>
                <a:latin typeface="Noto Sans KR" pitchFamily="34" charset="0"/>
                <a:ea typeface="Noto Sans KR" pitchFamily="34" charset="-122"/>
                <a:cs typeface="Noto Sans KR" pitchFamily="34" charset="-120"/>
              </a:rPr>
              <a:t>수</a:t>
            </a:r>
            <a:endParaRPr lang="en-US" sz="427" dirty="0"/>
          </a:p>
        </p:txBody>
      </p:sp>
      <p:sp>
        <p:nvSpPr>
          <p:cNvPr id="60" name="Text 44"/>
          <p:cNvSpPr/>
          <p:nvPr/>
        </p:nvSpPr>
        <p:spPr>
          <a:xfrm>
            <a:off x="4762500" y="2424113"/>
            <a:ext cx="114300" cy="114300"/>
          </a:xfrm>
          <a:prstGeom prst="rect">
            <a:avLst/>
          </a:prstGeom>
          <a:noFill/>
          <a:ln/>
        </p:spPr>
        <p:txBody>
          <a:bodyPr wrap="square" lIns="0" tIns="0" rIns="0" bIns="0" rtlCol="0" anchor="t"/>
          <a:lstStyle/>
          <a:p>
            <a:pPr algn="l" indent="0" marL="0">
              <a:lnSpc>
                <a:spcPts val="855"/>
              </a:lnSpc>
              <a:buNone/>
            </a:pPr>
            <a:r>
              <a:rPr lang="en-US" sz="713" b="1" dirty="0">
                <a:solidFill>
                  <a:srgbClr val="171D18">
                    <a:alpha val="99000"/>
                  </a:srgbClr>
                </a:solidFill>
                <a:latin typeface="Noto Sans KR" pitchFamily="34" charset="0"/>
                <a:ea typeface="Noto Sans KR" pitchFamily="34" charset="-122"/>
                <a:cs typeface="Noto Sans KR" pitchFamily="34" charset="-120"/>
              </a:rPr>
              <a:t>23</a:t>
            </a:r>
            <a:endParaRPr lang="en-US" sz="713" dirty="0"/>
          </a:p>
        </p:txBody>
      </p:sp>
      <p:sp>
        <p:nvSpPr>
          <p:cNvPr id="61" name="Text 45"/>
          <p:cNvSpPr/>
          <p:nvPr/>
        </p:nvSpPr>
        <p:spPr>
          <a:xfrm>
            <a:off x="5148263" y="2333625"/>
            <a:ext cx="57150" cy="66675"/>
          </a:xfrm>
          <a:prstGeom prst="rect">
            <a:avLst/>
          </a:prstGeom>
          <a:noFill/>
          <a:ln/>
        </p:spPr>
        <p:txBody>
          <a:bodyPr wrap="square" lIns="0" tIns="0" rIns="0" bIns="0" rtlCol="0" anchor="t"/>
          <a:lstStyle/>
          <a:p>
            <a:pPr algn="l" indent="0" marL="0">
              <a:lnSpc>
                <a:spcPts val="513"/>
              </a:lnSpc>
              <a:buNone/>
            </a:pPr>
            <a:r>
              <a:rPr lang="en-US" sz="427" dirty="0">
                <a:solidFill>
                  <a:srgbClr val="171D18">
                    <a:alpha val="99000"/>
                  </a:srgbClr>
                </a:solidFill>
                <a:latin typeface="Noto Sans KR" pitchFamily="34" charset="0"/>
                <a:ea typeface="Noto Sans KR" pitchFamily="34" charset="-122"/>
                <a:cs typeface="Noto Sans KR" pitchFamily="34" charset="-120"/>
              </a:rPr>
              <a:t>목</a:t>
            </a:r>
            <a:endParaRPr lang="en-US" sz="427" dirty="0"/>
          </a:p>
        </p:txBody>
      </p:sp>
      <p:sp>
        <p:nvSpPr>
          <p:cNvPr id="62" name="Text 46"/>
          <p:cNvSpPr/>
          <p:nvPr/>
        </p:nvSpPr>
        <p:spPr>
          <a:xfrm>
            <a:off x="5129213" y="2424113"/>
            <a:ext cx="114300" cy="114300"/>
          </a:xfrm>
          <a:prstGeom prst="rect">
            <a:avLst/>
          </a:prstGeom>
          <a:noFill/>
          <a:ln/>
        </p:spPr>
        <p:txBody>
          <a:bodyPr wrap="square" lIns="0" tIns="0" rIns="0" bIns="0" rtlCol="0" anchor="t"/>
          <a:lstStyle/>
          <a:p>
            <a:pPr algn="l" indent="0" marL="0">
              <a:lnSpc>
                <a:spcPts val="855"/>
              </a:lnSpc>
              <a:buNone/>
            </a:pPr>
            <a:r>
              <a:rPr lang="en-US" sz="713" b="1" dirty="0">
                <a:solidFill>
                  <a:srgbClr val="171D18">
                    <a:alpha val="99000"/>
                  </a:srgbClr>
                </a:solidFill>
                <a:latin typeface="Noto Sans KR" pitchFamily="34" charset="0"/>
                <a:ea typeface="Noto Sans KR" pitchFamily="34" charset="-122"/>
                <a:cs typeface="Noto Sans KR" pitchFamily="34" charset="-120"/>
              </a:rPr>
              <a:t>24</a:t>
            </a:r>
            <a:endParaRPr lang="en-US" sz="713" dirty="0"/>
          </a:p>
        </p:txBody>
      </p:sp>
      <p:sp>
        <p:nvSpPr>
          <p:cNvPr id="63" name="Text 47"/>
          <p:cNvSpPr/>
          <p:nvPr/>
        </p:nvSpPr>
        <p:spPr>
          <a:xfrm>
            <a:off x="5514975" y="2333625"/>
            <a:ext cx="57150" cy="66675"/>
          </a:xfrm>
          <a:prstGeom prst="rect">
            <a:avLst/>
          </a:prstGeom>
          <a:noFill/>
          <a:ln/>
        </p:spPr>
        <p:txBody>
          <a:bodyPr wrap="square" lIns="0" tIns="0" rIns="0" bIns="0" rtlCol="0" anchor="t"/>
          <a:lstStyle/>
          <a:p>
            <a:pPr algn="l" indent="0" marL="0">
              <a:lnSpc>
                <a:spcPts val="513"/>
              </a:lnSpc>
              <a:buNone/>
            </a:pPr>
            <a:r>
              <a:rPr lang="en-US" sz="427" dirty="0">
                <a:solidFill>
                  <a:srgbClr val="171D18">
                    <a:alpha val="99000"/>
                  </a:srgbClr>
                </a:solidFill>
                <a:latin typeface="Noto Sans KR" pitchFamily="34" charset="0"/>
                <a:ea typeface="Noto Sans KR" pitchFamily="34" charset="-122"/>
                <a:cs typeface="Noto Sans KR" pitchFamily="34" charset="-120"/>
              </a:rPr>
              <a:t>금</a:t>
            </a:r>
            <a:endParaRPr lang="en-US" sz="427" dirty="0"/>
          </a:p>
        </p:txBody>
      </p:sp>
      <p:sp>
        <p:nvSpPr>
          <p:cNvPr id="64" name="Text 48"/>
          <p:cNvSpPr/>
          <p:nvPr/>
        </p:nvSpPr>
        <p:spPr>
          <a:xfrm>
            <a:off x="5495925" y="2424113"/>
            <a:ext cx="114300" cy="114300"/>
          </a:xfrm>
          <a:prstGeom prst="rect">
            <a:avLst/>
          </a:prstGeom>
          <a:noFill/>
          <a:ln/>
        </p:spPr>
        <p:txBody>
          <a:bodyPr wrap="square" lIns="0" tIns="0" rIns="0" bIns="0" rtlCol="0" anchor="t"/>
          <a:lstStyle/>
          <a:p>
            <a:pPr algn="l" indent="0" marL="0">
              <a:lnSpc>
                <a:spcPts val="855"/>
              </a:lnSpc>
              <a:buNone/>
            </a:pPr>
            <a:r>
              <a:rPr lang="en-US" sz="713" b="1" dirty="0">
                <a:solidFill>
                  <a:srgbClr val="171D18">
                    <a:alpha val="99000"/>
                  </a:srgbClr>
                </a:solidFill>
                <a:latin typeface="Noto Sans KR" pitchFamily="34" charset="0"/>
                <a:ea typeface="Noto Sans KR" pitchFamily="34" charset="-122"/>
                <a:cs typeface="Noto Sans KR" pitchFamily="34" charset="-120"/>
              </a:rPr>
              <a:t>25</a:t>
            </a:r>
            <a:endParaRPr lang="en-US" sz="713" dirty="0"/>
          </a:p>
        </p:txBody>
      </p:sp>
      <p:pic>
        <p:nvPicPr>
          <p:cNvPr id="65" name="Image 14" descr="preencoded.png">    </p:cNvPr>
          <p:cNvPicPr>
            <a:picLocks noChangeAspect="1"/>
          </p:cNvPicPr>
          <p:nvPr/>
        </p:nvPicPr>
        <p:blipFill>
          <a:blip r:embed="rId15"/>
          <a:srcRect l="0" r="0" t="0" b="0"/>
          <a:stretch/>
        </p:blipFill>
        <p:spPr>
          <a:xfrm>
            <a:off x="1543050" y="2633663"/>
            <a:ext cx="4362450" cy="4763"/>
          </a:xfrm>
          <a:prstGeom prst="rect">
            <a:avLst/>
          </a:prstGeom>
        </p:spPr>
      </p:pic>
      <p:pic>
        <p:nvPicPr>
          <p:cNvPr id="66" name="Image 15" descr="preencoded.png">    </p:cNvPr>
          <p:cNvPicPr>
            <a:picLocks noChangeAspect="1"/>
          </p:cNvPicPr>
          <p:nvPr/>
        </p:nvPicPr>
        <p:blipFill>
          <a:blip r:embed="rId16"/>
          <a:srcRect l="0" r="0" t="0" b="0"/>
          <a:stretch/>
        </p:blipFill>
        <p:spPr>
          <a:xfrm>
            <a:off x="1543050" y="2705100"/>
            <a:ext cx="381000" cy="119063"/>
          </a:xfrm>
          <a:prstGeom prst="rect">
            <a:avLst/>
          </a:prstGeom>
        </p:spPr>
      </p:pic>
      <p:sp>
        <p:nvSpPr>
          <p:cNvPr id="67" name="Text 49"/>
          <p:cNvSpPr/>
          <p:nvPr/>
        </p:nvSpPr>
        <p:spPr>
          <a:xfrm>
            <a:off x="1676400" y="2733675"/>
            <a:ext cx="100013" cy="61912"/>
          </a:xfrm>
          <a:prstGeom prst="rect">
            <a:avLst/>
          </a:prstGeom>
          <a:noFill/>
          <a:ln/>
        </p:spPr>
        <p:txBody>
          <a:bodyPr wrap="square" lIns="0" tIns="0" rIns="0" bIns="0" rtlCol="0" anchor="t"/>
          <a:lstStyle/>
          <a:p>
            <a:pPr algn="l" indent="0" marL="0">
              <a:lnSpc>
                <a:spcPts val="470"/>
              </a:lnSpc>
              <a:buNone/>
            </a:pPr>
            <a:r>
              <a:rPr lang="en-US" sz="392" b="1" dirty="0">
                <a:solidFill>
                  <a:srgbClr val="FFFFFF">
                    <a:alpha val="99000"/>
                  </a:srgbClr>
                </a:solidFill>
                <a:latin typeface="Noto Sans KR" pitchFamily="34" charset="0"/>
                <a:ea typeface="Noto Sans KR" pitchFamily="34" charset="-122"/>
                <a:cs typeface="Noto Sans KR" pitchFamily="34" charset="-120"/>
              </a:rPr>
              <a:t>전체</a:t>
            </a:r>
            <a:endParaRPr lang="en-US" sz="392" dirty="0"/>
          </a:p>
        </p:txBody>
      </p:sp>
      <p:pic>
        <p:nvPicPr>
          <p:cNvPr id="68" name="Image 16" descr="preencoded.png">    </p:cNvPr>
          <p:cNvPicPr>
            <a:picLocks noChangeAspect="1"/>
          </p:cNvPicPr>
          <p:nvPr/>
        </p:nvPicPr>
        <p:blipFill>
          <a:blip r:embed="rId17"/>
          <a:srcRect l="0" r="0" t="0" b="0"/>
          <a:stretch/>
        </p:blipFill>
        <p:spPr>
          <a:xfrm>
            <a:off x="1976438" y="2705100"/>
            <a:ext cx="385763" cy="123825"/>
          </a:xfrm>
          <a:prstGeom prst="rect">
            <a:avLst/>
          </a:prstGeom>
        </p:spPr>
      </p:pic>
      <p:sp>
        <p:nvSpPr>
          <p:cNvPr id="69" name="Text 50"/>
          <p:cNvSpPr/>
          <p:nvPr/>
        </p:nvSpPr>
        <p:spPr>
          <a:xfrm>
            <a:off x="2109788" y="2733675"/>
            <a:ext cx="100013" cy="61912"/>
          </a:xfrm>
          <a:prstGeom prst="rect">
            <a:avLst/>
          </a:prstGeom>
          <a:noFill/>
          <a:ln/>
        </p:spPr>
        <p:txBody>
          <a:bodyPr wrap="square" lIns="0" tIns="0" rIns="0" bIns="0" rtlCol="0" anchor="t"/>
          <a:lstStyle/>
          <a:p>
            <a:pPr algn="l" indent="0" marL="0">
              <a:lnSpc>
                <a:spcPts val="470"/>
              </a:lnSpc>
              <a:buNone/>
            </a:pPr>
            <a:r>
              <a:rPr lang="en-US" sz="392" dirty="0">
                <a:solidFill>
                  <a:srgbClr val="6D746F">
                    <a:alpha val="99000"/>
                  </a:srgbClr>
                </a:solidFill>
                <a:latin typeface="Noto Sans KR" pitchFamily="34" charset="0"/>
                <a:ea typeface="Noto Sans KR" pitchFamily="34" charset="-122"/>
                <a:cs typeface="Noto Sans KR" pitchFamily="34" charset="-120"/>
              </a:rPr>
              <a:t>새벽</a:t>
            </a:r>
            <a:endParaRPr lang="en-US" sz="392" dirty="0"/>
          </a:p>
        </p:txBody>
      </p:sp>
      <p:pic>
        <p:nvPicPr>
          <p:cNvPr id="70" name="Image 17" descr="preencoded.png">    </p:cNvPr>
          <p:cNvPicPr>
            <a:picLocks noChangeAspect="1"/>
          </p:cNvPicPr>
          <p:nvPr/>
        </p:nvPicPr>
        <p:blipFill>
          <a:blip r:embed="rId18"/>
          <a:srcRect l="0" r="0" t="0" b="0"/>
          <a:stretch/>
        </p:blipFill>
        <p:spPr>
          <a:xfrm>
            <a:off x="2409825" y="2705100"/>
            <a:ext cx="385763" cy="123825"/>
          </a:xfrm>
          <a:prstGeom prst="rect">
            <a:avLst/>
          </a:prstGeom>
        </p:spPr>
      </p:pic>
      <p:sp>
        <p:nvSpPr>
          <p:cNvPr id="71" name="Text 51"/>
          <p:cNvSpPr/>
          <p:nvPr/>
        </p:nvSpPr>
        <p:spPr>
          <a:xfrm>
            <a:off x="2543175" y="2733675"/>
            <a:ext cx="100013" cy="61912"/>
          </a:xfrm>
          <a:prstGeom prst="rect">
            <a:avLst/>
          </a:prstGeom>
          <a:noFill/>
          <a:ln/>
        </p:spPr>
        <p:txBody>
          <a:bodyPr wrap="square" lIns="0" tIns="0" rIns="0" bIns="0" rtlCol="0" anchor="t"/>
          <a:lstStyle/>
          <a:p>
            <a:pPr algn="l" indent="0" marL="0">
              <a:lnSpc>
                <a:spcPts val="470"/>
              </a:lnSpc>
              <a:buNone/>
            </a:pPr>
            <a:r>
              <a:rPr lang="en-US" sz="392" dirty="0">
                <a:solidFill>
                  <a:srgbClr val="6D746F">
                    <a:alpha val="99000"/>
                  </a:srgbClr>
                </a:solidFill>
                <a:latin typeface="Noto Sans KR" pitchFamily="34" charset="0"/>
                <a:ea typeface="Noto Sans KR" pitchFamily="34" charset="-122"/>
                <a:cs typeface="Noto Sans KR" pitchFamily="34" charset="-120"/>
              </a:rPr>
              <a:t>오전</a:t>
            </a:r>
            <a:endParaRPr lang="en-US" sz="392" dirty="0"/>
          </a:p>
        </p:txBody>
      </p:sp>
      <p:pic>
        <p:nvPicPr>
          <p:cNvPr id="72" name="Image 18" descr="preencoded.png">    </p:cNvPr>
          <p:cNvPicPr>
            <a:picLocks noChangeAspect="1"/>
          </p:cNvPicPr>
          <p:nvPr/>
        </p:nvPicPr>
        <p:blipFill>
          <a:blip r:embed="rId19"/>
          <a:srcRect l="0" r="0" t="0" b="0"/>
          <a:stretch/>
        </p:blipFill>
        <p:spPr>
          <a:xfrm>
            <a:off x="2843213" y="2705100"/>
            <a:ext cx="385763" cy="123825"/>
          </a:xfrm>
          <a:prstGeom prst="rect">
            <a:avLst/>
          </a:prstGeom>
        </p:spPr>
      </p:pic>
      <p:sp>
        <p:nvSpPr>
          <p:cNvPr id="73" name="Text 52"/>
          <p:cNvSpPr/>
          <p:nvPr/>
        </p:nvSpPr>
        <p:spPr>
          <a:xfrm>
            <a:off x="2976563" y="2733675"/>
            <a:ext cx="100013" cy="61912"/>
          </a:xfrm>
          <a:prstGeom prst="rect">
            <a:avLst/>
          </a:prstGeom>
          <a:noFill/>
          <a:ln/>
        </p:spPr>
        <p:txBody>
          <a:bodyPr wrap="square" lIns="0" tIns="0" rIns="0" bIns="0" rtlCol="0" anchor="t"/>
          <a:lstStyle/>
          <a:p>
            <a:pPr algn="l" indent="0" marL="0">
              <a:lnSpc>
                <a:spcPts val="470"/>
              </a:lnSpc>
              <a:buNone/>
            </a:pPr>
            <a:r>
              <a:rPr lang="en-US" sz="392" dirty="0">
                <a:solidFill>
                  <a:srgbClr val="6D746F">
                    <a:alpha val="99000"/>
                  </a:srgbClr>
                </a:solidFill>
                <a:latin typeface="Noto Sans KR" pitchFamily="34" charset="0"/>
                <a:ea typeface="Noto Sans KR" pitchFamily="34" charset="-122"/>
                <a:cs typeface="Noto Sans KR" pitchFamily="34" charset="-120"/>
              </a:rPr>
              <a:t>오후</a:t>
            </a:r>
            <a:endParaRPr lang="en-US" sz="392" dirty="0"/>
          </a:p>
        </p:txBody>
      </p:sp>
      <p:pic>
        <p:nvPicPr>
          <p:cNvPr id="74" name="Image 19" descr="preencoded.png">    </p:cNvPr>
          <p:cNvPicPr>
            <a:picLocks noChangeAspect="1"/>
          </p:cNvPicPr>
          <p:nvPr/>
        </p:nvPicPr>
        <p:blipFill>
          <a:blip r:embed="rId20"/>
          <a:srcRect l="0" r="0" t="0" b="0"/>
          <a:stretch/>
        </p:blipFill>
        <p:spPr>
          <a:xfrm>
            <a:off x="3276600" y="2705100"/>
            <a:ext cx="385763" cy="123825"/>
          </a:xfrm>
          <a:prstGeom prst="rect">
            <a:avLst/>
          </a:prstGeom>
        </p:spPr>
      </p:pic>
      <p:sp>
        <p:nvSpPr>
          <p:cNvPr id="75" name="Text 53"/>
          <p:cNvSpPr/>
          <p:nvPr/>
        </p:nvSpPr>
        <p:spPr>
          <a:xfrm>
            <a:off x="3409950" y="2733675"/>
            <a:ext cx="100013" cy="61912"/>
          </a:xfrm>
          <a:prstGeom prst="rect">
            <a:avLst/>
          </a:prstGeom>
          <a:noFill/>
          <a:ln/>
        </p:spPr>
        <p:txBody>
          <a:bodyPr wrap="square" lIns="0" tIns="0" rIns="0" bIns="0" rtlCol="0" anchor="t"/>
          <a:lstStyle/>
          <a:p>
            <a:pPr algn="l" indent="0" marL="0">
              <a:lnSpc>
                <a:spcPts val="470"/>
              </a:lnSpc>
              <a:buNone/>
            </a:pPr>
            <a:r>
              <a:rPr lang="en-US" sz="392" dirty="0">
                <a:solidFill>
                  <a:srgbClr val="6D746F">
                    <a:alpha val="99000"/>
                  </a:srgbClr>
                </a:solidFill>
                <a:latin typeface="Noto Sans KR" pitchFamily="34" charset="0"/>
                <a:ea typeface="Noto Sans KR" pitchFamily="34" charset="-122"/>
                <a:cs typeface="Noto Sans KR" pitchFamily="34" charset="-120"/>
              </a:rPr>
              <a:t>야간</a:t>
            </a:r>
            <a:endParaRPr lang="en-US" sz="392" dirty="0"/>
          </a:p>
        </p:txBody>
      </p:sp>
      <p:sp>
        <p:nvSpPr>
          <p:cNvPr id="76" name="Text 54"/>
          <p:cNvSpPr/>
          <p:nvPr/>
        </p:nvSpPr>
        <p:spPr>
          <a:xfrm>
            <a:off x="5081588" y="2728913"/>
            <a:ext cx="500063" cy="66675"/>
          </a:xfrm>
          <a:prstGeom prst="rect">
            <a:avLst/>
          </a:prstGeom>
          <a:noFill/>
          <a:ln/>
        </p:spPr>
        <p:txBody>
          <a:bodyPr wrap="square" lIns="0" tIns="0" rIns="0" bIns="0" rtlCol="0" anchor="t"/>
          <a:lstStyle/>
          <a:p>
            <a:pPr algn="l" indent="0" marL="0">
              <a:lnSpc>
                <a:spcPts val="513"/>
              </a:lnSpc>
              <a:buNone/>
            </a:pPr>
            <a:r>
              <a:rPr lang="en-US" sz="427" b="1" dirty="0">
                <a:solidFill>
                  <a:srgbClr val="145B3B">
                    <a:alpha val="99000"/>
                  </a:srgbClr>
                </a:solidFill>
                <a:latin typeface="Noto Sans KR" pitchFamily="34" charset="0"/>
                <a:ea typeface="Noto Sans KR" pitchFamily="34" charset="-122"/>
                <a:cs typeface="Noto Sans KR" pitchFamily="34" charset="-120"/>
              </a:rPr>
              <a:t>선택일 9월 18일 (금)</a:t>
            </a:r>
            <a:endParaRPr lang="en-US" sz="427" dirty="0"/>
          </a:p>
        </p:txBody>
      </p:sp>
      <p:sp>
        <p:nvSpPr>
          <p:cNvPr id="77" name="Text 55"/>
          <p:cNvSpPr/>
          <p:nvPr/>
        </p:nvSpPr>
        <p:spPr>
          <a:xfrm>
            <a:off x="1447800" y="2943225"/>
            <a:ext cx="280988" cy="85725"/>
          </a:xfrm>
          <a:prstGeom prst="rect">
            <a:avLst/>
          </a:prstGeom>
          <a:noFill/>
          <a:ln/>
        </p:spPr>
        <p:txBody>
          <a:bodyPr wrap="square" lIns="0" tIns="0" rIns="0" bIns="0" rtlCol="0" anchor="t"/>
          <a:lstStyle/>
          <a:p>
            <a:pPr algn="l" indent="0" marL="0">
              <a:lnSpc>
                <a:spcPts val="641"/>
              </a:lnSpc>
              <a:buNone/>
            </a:pPr>
            <a:r>
              <a:rPr lang="en-US" sz="534" b="1" dirty="0">
                <a:solidFill>
                  <a:srgbClr val="171D18">
                    <a:alpha val="99000"/>
                  </a:srgbClr>
                </a:solidFill>
                <a:latin typeface="Noto Sans KR" pitchFamily="34" charset="0"/>
                <a:ea typeface="Noto Sans KR" pitchFamily="34" charset="-122"/>
                <a:cs typeface="Noto Sans KR" pitchFamily="34" charset="-120"/>
              </a:rPr>
              <a:t>지역 선택</a:t>
            </a:r>
            <a:endParaRPr lang="en-US" sz="534" dirty="0"/>
          </a:p>
        </p:txBody>
      </p:sp>
      <p:sp>
        <p:nvSpPr>
          <p:cNvPr id="78" name="Text 56"/>
          <p:cNvSpPr/>
          <p:nvPr/>
        </p:nvSpPr>
        <p:spPr>
          <a:xfrm>
            <a:off x="5505450" y="2962275"/>
            <a:ext cx="204788" cy="61912"/>
          </a:xfrm>
          <a:prstGeom prst="rect">
            <a:avLst/>
          </a:prstGeom>
          <a:noFill/>
          <a:ln/>
        </p:spPr>
        <p:txBody>
          <a:bodyPr wrap="square" lIns="0" tIns="0" rIns="0" bIns="0" rtlCol="0" anchor="t"/>
          <a:lstStyle/>
          <a:p>
            <a:pPr algn="l" indent="0" marL="0">
              <a:lnSpc>
                <a:spcPts val="470"/>
              </a:lnSpc>
              <a:buNone/>
            </a:pPr>
            <a:r>
              <a:rPr lang="en-US" sz="392" dirty="0">
                <a:solidFill>
                  <a:srgbClr val="6D746F">
                    <a:alpha val="99000"/>
                  </a:srgbClr>
                </a:solidFill>
                <a:latin typeface="Noto Sans KR" pitchFamily="34" charset="0"/>
                <a:ea typeface="Noto Sans KR" pitchFamily="34" charset="-122"/>
                <a:cs typeface="Noto Sans KR" pitchFamily="34" charset="-120"/>
              </a:rPr>
              <a:t>전체 지역 </a:t>
            </a:r>
            <a:endParaRPr lang="en-US" sz="392" dirty="0"/>
          </a:p>
        </p:txBody>
      </p:sp>
      <p:pic>
        <p:nvPicPr>
          <p:cNvPr id="79" name="Image 20" descr="preencoded.png">    </p:cNvPr>
          <p:cNvPicPr>
            <a:picLocks noChangeAspect="1"/>
          </p:cNvPicPr>
          <p:nvPr/>
        </p:nvPicPr>
        <p:blipFill>
          <a:blip r:embed="rId21"/>
          <a:srcRect l="0" r="0" t="0" b="0"/>
          <a:stretch/>
        </p:blipFill>
        <p:spPr>
          <a:xfrm>
            <a:off x="1447800" y="3086100"/>
            <a:ext cx="614363" cy="209550"/>
          </a:xfrm>
          <a:prstGeom prst="rect">
            <a:avLst/>
          </a:prstGeom>
        </p:spPr>
      </p:pic>
      <p:sp>
        <p:nvSpPr>
          <p:cNvPr id="80" name="Text 57"/>
          <p:cNvSpPr/>
          <p:nvPr/>
        </p:nvSpPr>
        <p:spPr>
          <a:xfrm>
            <a:off x="1509713" y="3152775"/>
            <a:ext cx="242888" cy="76200"/>
          </a:xfrm>
          <a:prstGeom prst="rect">
            <a:avLst/>
          </a:prstGeom>
          <a:noFill/>
          <a:ln/>
        </p:spPr>
        <p:txBody>
          <a:bodyPr wrap="square" lIns="0" tIns="0" rIns="0" bIns="0" rtlCol="0" anchor="t"/>
          <a:lstStyle/>
          <a:p>
            <a:pPr algn="l" indent="0" marL="0">
              <a:lnSpc>
                <a:spcPts val="556"/>
              </a:lnSpc>
              <a:buNone/>
            </a:pPr>
            <a:r>
              <a:rPr lang="en-US" sz="463" b="1" dirty="0">
                <a:solidFill>
                  <a:srgbClr val="145B3B">
                    <a:alpha val="99000"/>
                  </a:srgbClr>
                </a:solidFill>
                <a:latin typeface="Noto Sans KR" pitchFamily="34" charset="0"/>
                <a:ea typeface="Noto Sans KR" pitchFamily="34" charset="-122"/>
                <a:cs typeface="Noto Sans KR" pitchFamily="34" charset="-120"/>
              </a:rPr>
              <a:t>경기 남부</a:t>
            </a:r>
            <a:endParaRPr lang="en-US" sz="463" dirty="0"/>
          </a:p>
        </p:txBody>
      </p:sp>
      <p:sp>
        <p:nvSpPr>
          <p:cNvPr id="81" name="Text 58"/>
          <p:cNvSpPr/>
          <p:nvPr/>
        </p:nvSpPr>
        <p:spPr>
          <a:xfrm>
            <a:off x="1924050" y="3152775"/>
            <a:ext cx="76200" cy="76200"/>
          </a:xfrm>
          <a:prstGeom prst="rect">
            <a:avLst/>
          </a:prstGeom>
          <a:noFill/>
          <a:ln/>
        </p:spPr>
        <p:txBody>
          <a:bodyPr wrap="square" lIns="0" tIns="0" rIns="0" bIns="0" rtlCol="0" anchor="t"/>
          <a:lstStyle/>
          <a:p>
            <a:pPr algn="l" indent="0" marL="0">
              <a:lnSpc>
                <a:spcPts val="556"/>
              </a:lnSpc>
              <a:buNone/>
            </a:pPr>
            <a:r>
              <a:rPr lang="en-US" sz="463" b="1" dirty="0">
                <a:solidFill>
                  <a:srgbClr val="145B3B">
                    <a:alpha val="99000"/>
                  </a:srgbClr>
                </a:solidFill>
                <a:latin typeface="Noto Sans KR" pitchFamily="34" charset="0"/>
                <a:ea typeface="Noto Sans KR" pitchFamily="34" charset="-122"/>
                <a:cs typeface="Noto Sans KR" pitchFamily="34" charset="-120"/>
              </a:rPr>
              <a:t>12</a:t>
            </a:r>
            <a:endParaRPr lang="en-US" sz="463" dirty="0"/>
          </a:p>
        </p:txBody>
      </p:sp>
      <p:pic>
        <p:nvPicPr>
          <p:cNvPr id="82" name="Image 21" descr="preencoded.png">    </p:cNvPr>
          <p:cNvPicPr>
            <a:picLocks noChangeAspect="1"/>
          </p:cNvPicPr>
          <p:nvPr/>
        </p:nvPicPr>
        <p:blipFill>
          <a:blip r:embed="rId22"/>
          <a:srcRect l="0" r="0" t="0" b="0"/>
          <a:stretch/>
        </p:blipFill>
        <p:spPr>
          <a:xfrm>
            <a:off x="2105025" y="3086100"/>
            <a:ext cx="614363" cy="209550"/>
          </a:xfrm>
          <a:prstGeom prst="rect">
            <a:avLst/>
          </a:prstGeom>
        </p:spPr>
      </p:pic>
      <p:sp>
        <p:nvSpPr>
          <p:cNvPr id="83" name="Text 59"/>
          <p:cNvSpPr/>
          <p:nvPr/>
        </p:nvSpPr>
        <p:spPr>
          <a:xfrm>
            <a:off x="2166938" y="3152775"/>
            <a:ext cx="242888" cy="76200"/>
          </a:xfrm>
          <a:prstGeom prst="rect">
            <a:avLst/>
          </a:prstGeom>
          <a:noFill/>
          <a:ln/>
        </p:spPr>
        <p:txBody>
          <a:bodyPr wrap="square" lIns="0" tIns="0" rIns="0" bIns="0" rtlCol="0" anchor="t"/>
          <a:lstStyle/>
          <a:p>
            <a:pPr algn="l" indent="0" marL="0">
              <a:lnSpc>
                <a:spcPts val="556"/>
              </a:lnSpc>
              <a:buNone/>
            </a:pPr>
            <a:r>
              <a:rPr lang="en-US" sz="463" dirty="0">
                <a:solidFill>
                  <a:srgbClr val="171D18">
                    <a:alpha val="99000"/>
                  </a:srgbClr>
                </a:solidFill>
                <a:latin typeface="Noto Sans KR" pitchFamily="34" charset="0"/>
                <a:ea typeface="Noto Sans KR" pitchFamily="34" charset="-122"/>
                <a:cs typeface="Noto Sans KR" pitchFamily="34" charset="-120"/>
              </a:rPr>
              <a:t>경기 북부</a:t>
            </a:r>
            <a:endParaRPr lang="en-US" sz="463" dirty="0"/>
          </a:p>
        </p:txBody>
      </p:sp>
      <p:sp>
        <p:nvSpPr>
          <p:cNvPr id="84" name="Text 60"/>
          <p:cNvSpPr/>
          <p:nvPr/>
        </p:nvSpPr>
        <p:spPr>
          <a:xfrm>
            <a:off x="2581275" y="3152775"/>
            <a:ext cx="38100" cy="76200"/>
          </a:xfrm>
          <a:prstGeom prst="rect">
            <a:avLst/>
          </a:prstGeom>
          <a:noFill/>
          <a:ln/>
        </p:spPr>
        <p:txBody>
          <a:bodyPr wrap="square" lIns="0" tIns="0" rIns="0" bIns="0" rtlCol="0" anchor="t"/>
          <a:lstStyle/>
          <a:p>
            <a:pPr algn="l" indent="0" marL="0">
              <a:lnSpc>
                <a:spcPts val="556"/>
              </a:lnSpc>
              <a:buNone/>
            </a:pPr>
            <a:r>
              <a:rPr lang="en-US" sz="463" b="1" dirty="0">
                <a:solidFill>
                  <a:srgbClr val="145B3B">
                    <a:alpha val="99000"/>
                  </a:srgbClr>
                </a:solidFill>
                <a:latin typeface="Noto Sans KR" pitchFamily="34" charset="0"/>
                <a:ea typeface="Noto Sans KR" pitchFamily="34" charset="-122"/>
                <a:cs typeface="Noto Sans KR" pitchFamily="34" charset="-120"/>
              </a:rPr>
              <a:t>8</a:t>
            </a:r>
            <a:endParaRPr lang="en-US" sz="463" dirty="0"/>
          </a:p>
        </p:txBody>
      </p:sp>
      <p:pic>
        <p:nvPicPr>
          <p:cNvPr id="85" name="Image 22" descr="preencoded.png">    </p:cNvPr>
          <p:cNvPicPr>
            <a:picLocks noChangeAspect="1"/>
          </p:cNvPicPr>
          <p:nvPr/>
        </p:nvPicPr>
        <p:blipFill>
          <a:blip r:embed="rId23"/>
          <a:srcRect l="0" r="0" t="0" b="0"/>
          <a:stretch/>
        </p:blipFill>
        <p:spPr>
          <a:xfrm>
            <a:off x="2762250" y="3086100"/>
            <a:ext cx="614363" cy="209550"/>
          </a:xfrm>
          <a:prstGeom prst="rect">
            <a:avLst/>
          </a:prstGeom>
        </p:spPr>
      </p:pic>
      <p:sp>
        <p:nvSpPr>
          <p:cNvPr id="86" name="Text 61"/>
          <p:cNvSpPr/>
          <p:nvPr/>
        </p:nvSpPr>
        <p:spPr>
          <a:xfrm>
            <a:off x="2824163" y="3152775"/>
            <a:ext cx="114300" cy="76200"/>
          </a:xfrm>
          <a:prstGeom prst="rect">
            <a:avLst/>
          </a:prstGeom>
          <a:noFill/>
          <a:ln/>
        </p:spPr>
        <p:txBody>
          <a:bodyPr wrap="square" lIns="0" tIns="0" rIns="0" bIns="0" rtlCol="0" anchor="t"/>
          <a:lstStyle/>
          <a:p>
            <a:pPr algn="l" indent="0" marL="0">
              <a:lnSpc>
                <a:spcPts val="556"/>
              </a:lnSpc>
              <a:buNone/>
            </a:pPr>
            <a:r>
              <a:rPr lang="en-US" sz="463" dirty="0">
                <a:solidFill>
                  <a:srgbClr val="171D18">
                    <a:alpha val="99000"/>
                  </a:srgbClr>
                </a:solidFill>
                <a:latin typeface="Noto Sans KR" pitchFamily="34" charset="0"/>
                <a:ea typeface="Noto Sans KR" pitchFamily="34" charset="-122"/>
                <a:cs typeface="Noto Sans KR" pitchFamily="34" charset="-120"/>
              </a:rPr>
              <a:t>강원</a:t>
            </a:r>
            <a:endParaRPr lang="en-US" sz="463" dirty="0"/>
          </a:p>
        </p:txBody>
      </p:sp>
      <p:sp>
        <p:nvSpPr>
          <p:cNvPr id="87" name="Text 62"/>
          <p:cNvSpPr/>
          <p:nvPr/>
        </p:nvSpPr>
        <p:spPr>
          <a:xfrm>
            <a:off x="3238500" y="3152775"/>
            <a:ext cx="38100" cy="76200"/>
          </a:xfrm>
          <a:prstGeom prst="rect">
            <a:avLst/>
          </a:prstGeom>
          <a:noFill/>
          <a:ln/>
        </p:spPr>
        <p:txBody>
          <a:bodyPr wrap="square" lIns="0" tIns="0" rIns="0" bIns="0" rtlCol="0" anchor="t"/>
          <a:lstStyle/>
          <a:p>
            <a:pPr algn="l" indent="0" marL="0">
              <a:lnSpc>
                <a:spcPts val="556"/>
              </a:lnSpc>
              <a:buNone/>
            </a:pPr>
            <a:r>
              <a:rPr lang="en-US" sz="463" b="1" dirty="0">
                <a:solidFill>
                  <a:srgbClr val="145B3B">
                    <a:alpha val="99000"/>
                  </a:srgbClr>
                </a:solidFill>
                <a:latin typeface="Noto Sans KR" pitchFamily="34" charset="0"/>
                <a:ea typeface="Noto Sans KR" pitchFamily="34" charset="-122"/>
                <a:cs typeface="Noto Sans KR" pitchFamily="34" charset="-120"/>
              </a:rPr>
              <a:t>6</a:t>
            </a:r>
            <a:endParaRPr lang="en-US" sz="463" dirty="0"/>
          </a:p>
        </p:txBody>
      </p:sp>
      <p:pic>
        <p:nvPicPr>
          <p:cNvPr id="88" name="Image 23" descr="preencoded.png">    </p:cNvPr>
          <p:cNvPicPr>
            <a:picLocks noChangeAspect="1"/>
          </p:cNvPicPr>
          <p:nvPr/>
        </p:nvPicPr>
        <p:blipFill>
          <a:blip r:embed="rId24"/>
          <a:srcRect l="0" r="0" t="0" b="0"/>
          <a:stretch/>
        </p:blipFill>
        <p:spPr>
          <a:xfrm>
            <a:off x="3419475" y="3086100"/>
            <a:ext cx="614363" cy="209550"/>
          </a:xfrm>
          <a:prstGeom prst="rect">
            <a:avLst/>
          </a:prstGeom>
        </p:spPr>
      </p:pic>
      <p:sp>
        <p:nvSpPr>
          <p:cNvPr id="89" name="Text 63"/>
          <p:cNvSpPr/>
          <p:nvPr/>
        </p:nvSpPr>
        <p:spPr>
          <a:xfrm>
            <a:off x="3481388" y="3152775"/>
            <a:ext cx="114300" cy="76200"/>
          </a:xfrm>
          <a:prstGeom prst="rect">
            <a:avLst/>
          </a:prstGeom>
          <a:noFill/>
          <a:ln/>
        </p:spPr>
        <p:txBody>
          <a:bodyPr wrap="square" lIns="0" tIns="0" rIns="0" bIns="0" rtlCol="0" anchor="t"/>
          <a:lstStyle/>
          <a:p>
            <a:pPr algn="l" indent="0" marL="0">
              <a:lnSpc>
                <a:spcPts val="556"/>
              </a:lnSpc>
              <a:buNone/>
            </a:pPr>
            <a:r>
              <a:rPr lang="en-US" sz="463" dirty="0">
                <a:solidFill>
                  <a:srgbClr val="171D18">
                    <a:alpha val="99000"/>
                  </a:srgbClr>
                </a:solidFill>
                <a:latin typeface="Noto Sans KR" pitchFamily="34" charset="0"/>
                <a:ea typeface="Noto Sans KR" pitchFamily="34" charset="-122"/>
                <a:cs typeface="Noto Sans KR" pitchFamily="34" charset="-120"/>
              </a:rPr>
              <a:t>충청</a:t>
            </a:r>
            <a:endParaRPr lang="en-US" sz="463" dirty="0"/>
          </a:p>
        </p:txBody>
      </p:sp>
      <p:sp>
        <p:nvSpPr>
          <p:cNvPr id="90" name="Text 64"/>
          <p:cNvSpPr/>
          <p:nvPr/>
        </p:nvSpPr>
        <p:spPr>
          <a:xfrm>
            <a:off x="3895725" y="3152775"/>
            <a:ext cx="38100" cy="76200"/>
          </a:xfrm>
          <a:prstGeom prst="rect">
            <a:avLst/>
          </a:prstGeom>
          <a:noFill/>
          <a:ln/>
        </p:spPr>
        <p:txBody>
          <a:bodyPr wrap="square" lIns="0" tIns="0" rIns="0" bIns="0" rtlCol="0" anchor="t"/>
          <a:lstStyle/>
          <a:p>
            <a:pPr algn="l" indent="0" marL="0">
              <a:lnSpc>
                <a:spcPts val="556"/>
              </a:lnSpc>
              <a:buNone/>
            </a:pPr>
            <a:r>
              <a:rPr lang="en-US" sz="463" b="1" dirty="0">
                <a:solidFill>
                  <a:srgbClr val="145B3B">
                    <a:alpha val="99000"/>
                  </a:srgbClr>
                </a:solidFill>
                <a:latin typeface="Noto Sans KR" pitchFamily="34" charset="0"/>
                <a:ea typeface="Noto Sans KR" pitchFamily="34" charset="-122"/>
                <a:cs typeface="Noto Sans KR" pitchFamily="34" charset="-120"/>
              </a:rPr>
              <a:t>9</a:t>
            </a:r>
            <a:endParaRPr lang="en-US" sz="463" dirty="0"/>
          </a:p>
        </p:txBody>
      </p:sp>
      <p:pic>
        <p:nvPicPr>
          <p:cNvPr id="91" name="Image 24" descr="preencoded.png">    </p:cNvPr>
          <p:cNvPicPr>
            <a:picLocks noChangeAspect="1"/>
          </p:cNvPicPr>
          <p:nvPr/>
        </p:nvPicPr>
        <p:blipFill>
          <a:blip r:embed="rId25"/>
          <a:srcRect l="0" r="0" t="0" b="0"/>
          <a:stretch/>
        </p:blipFill>
        <p:spPr>
          <a:xfrm>
            <a:off x="4076700" y="3086100"/>
            <a:ext cx="614363" cy="209550"/>
          </a:xfrm>
          <a:prstGeom prst="rect">
            <a:avLst/>
          </a:prstGeom>
        </p:spPr>
      </p:pic>
      <p:sp>
        <p:nvSpPr>
          <p:cNvPr id="92" name="Text 65"/>
          <p:cNvSpPr/>
          <p:nvPr/>
        </p:nvSpPr>
        <p:spPr>
          <a:xfrm>
            <a:off x="4138613" y="3152775"/>
            <a:ext cx="114300" cy="76200"/>
          </a:xfrm>
          <a:prstGeom prst="rect">
            <a:avLst/>
          </a:prstGeom>
          <a:noFill/>
          <a:ln/>
        </p:spPr>
        <p:txBody>
          <a:bodyPr wrap="square" lIns="0" tIns="0" rIns="0" bIns="0" rtlCol="0" anchor="t"/>
          <a:lstStyle/>
          <a:p>
            <a:pPr algn="l" indent="0" marL="0">
              <a:lnSpc>
                <a:spcPts val="556"/>
              </a:lnSpc>
              <a:buNone/>
            </a:pPr>
            <a:r>
              <a:rPr lang="en-US" sz="463" dirty="0">
                <a:solidFill>
                  <a:srgbClr val="171D18">
                    <a:alpha val="99000"/>
                  </a:srgbClr>
                </a:solidFill>
                <a:latin typeface="Noto Sans KR" pitchFamily="34" charset="0"/>
                <a:ea typeface="Noto Sans KR" pitchFamily="34" charset="-122"/>
                <a:cs typeface="Noto Sans KR" pitchFamily="34" charset="-120"/>
              </a:rPr>
              <a:t>전라</a:t>
            </a:r>
            <a:endParaRPr lang="en-US" sz="463" dirty="0"/>
          </a:p>
        </p:txBody>
      </p:sp>
      <p:sp>
        <p:nvSpPr>
          <p:cNvPr id="93" name="Text 66"/>
          <p:cNvSpPr/>
          <p:nvPr/>
        </p:nvSpPr>
        <p:spPr>
          <a:xfrm>
            <a:off x="4552950" y="3152775"/>
            <a:ext cx="38100" cy="76200"/>
          </a:xfrm>
          <a:prstGeom prst="rect">
            <a:avLst/>
          </a:prstGeom>
          <a:noFill/>
          <a:ln/>
        </p:spPr>
        <p:txBody>
          <a:bodyPr wrap="square" lIns="0" tIns="0" rIns="0" bIns="0" rtlCol="0" anchor="t"/>
          <a:lstStyle/>
          <a:p>
            <a:pPr algn="l" indent="0" marL="0">
              <a:lnSpc>
                <a:spcPts val="556"/>
              </a:lnSpc>
              <a:buNone/>
            </a:pPr>
            <a:r>
              <a:rPr lang="en-US" sz="463" b="1" dirty="0">
                <a:solidFill>
                  <a:srgbClr val="145B3B">
                    <a:alpha val="99000"/>
                  </a:srgbClr>
                </a:solidFill>
                <a:latin typeface="Noto Sans KR" pitchFamily="34" charset="0"/>
                <a:ea typeface="Noto Sans KR" pitchFamily="34" charset="-122"/>
                <a:cs typeface="Noto Sans KR" pitchFamily="34" charset="-120"/>
              </a:rPr>
              <a:t>5</a:t>
            </a:r>
            <a:endParaRPr lang="en-US" sz="463" dirty="0"/>
          </a:p>
        </p:txBody>
      </p:sp>
      <p:pic>
        <p:nvPicPr>
          <p:cNvPr id="94" name="Image 25" descr="preencoded.png">    </p:cNvPr>
          <p:cNvPicPr>
            <a:picLocks noChangeAspect="1"/>
          </p:cNvPicPr>
          <p:nvPr/>
        </p:nvPicPr>
        <p:blipFill>
          <a:blip r:embed="rId26"/>
          <a:srcRect l="0" r="0" t="0" b="0"/>
          <a:stretch/>
        </p:blipFill>
        <p:spPr>
          <a:xfrm>
            <a:off x="4733925" y="3086100"/>
            <a:ext cx="614363" cy="209550"/>
          </a:xfrm>
          <a:prstGeom prst="rect">
            <a:avLst/>
          </a:prstGeom>
        </p:spPr>
      </p:pic>
      <p:sp>
        <p:nvSpPr>
          <p:cNvPr id="95" name="Text 67"/>
          <p:cNvSpPr/>
          <p:nvPr/>
        </p:nvSpPr>
        <p:spPr>
          <a:xfrm>
            <a:off x="4795838" y="3152775"/>
            <a:ext cx="114300" cy="76200"/>
          </a:xfrm>
          <a:prstGeom prst="rect">
            <a:avLst/>
          </a:prstGeom>
          <a:noFill/>
          <a:ln/>
        </p:spPr>
        <p:txBody>
          <a:bodyPr wrap="square" lIns="0" tIns="0" rIns="0" bIns="0" rtlCol="0" anchor="t"/>
          <a:lstStyle/>
          <a:p>
            <a:pPr algn="l" indent="0" marL="0">
              <a:lnSpc>
                <a:spcPts val="556"/>
              </a:lnSpc>
              <a:buNone/>
            </a:pPr>
            <a:r>
              <a:rPr lang="en-US" sz="463" dirty="0">
                <a:solidFill>
                  <a:srgbClr val="171D18">
                    <a:alpha val="99000"/>
                  </a:srgbClr>
                </a:solidFill>
                <a:latin typeface="Noto Sans KR" pitchFamily="34" charset="0"/>
                <a:ea typeface="Noto Sans KR" pitchFamily="34" charset="-122"/>
                <a:cs typeface="Noto Sans KR" pitchFamily="34" charset="-120"/>
              </a:rPr>
              <a:t>경상</a:t>
            </a:r>
            <a:endParaRPr lang="en-US" sz="463" dirty="0"/>
          </a:p>
        </p:txBody>
      </p:sp>
      <p:sp>
        <p:nvSpPr>
          <p:cNvPr id="96" name="Text 68"/>
          <p:cNvSpPr/>
          <p:nvPr/>
        </p:nvSpPr>
        <p:spPr>
          <a:xfrm>
            <a:off x="5210175" y="3152775"/>
            <a:ext cx="38100" cy="76200"/>
          </a:xfrm>
          <a:prstGeom prst="rect">
            <a:avLst/>
          </a:prstGeom>
          <a:noFill/>
          <a:ln/>
        </p:spPr>
        <p:txBody>
          <a:bodyPr wrap="square" lIns="0" tIns="0" rIns="0" bIns="0" rtlCol="0" anchor="t"/>
          <a:lstStyle/>
          <a:p>
            <a:pPr algn="l" indent="0" marL="0">
              <a:lnSpc>
                <a:spcPts val="556"/>
              </a:lnSpc>
              <a:buNone/>
            </a:pPr>
            <a:r>
              <a:rPr lang="en-US" sz="463" b="1" dirty="0">
                <a:solidFill>
                  <a:srgbClr val="145B3B">
                    <a:alpha val="99000"/>
                  </a:srgbClr>
                </a:solidFill>
                <a:latin typeface="Noto Sans KR" pitchFamily="34" charset="0"/>
                <a:ea typeface="Noto Sans KR" pitchFamily="34" charset="-122"/>
                <a:cs typeface="Noto Sans KR" pitchFamily="34" charset="-120"/>
              </a:rPr>
              <a:t>7</a:t>
            </a:r>
            <a:endParaRPr lang="en-US" sz="463" dirty="0"/>
          </a:p>
        </p:txBody>
      </p:sp>
      <p:pic>
        <p:nvPicPr>
          <p:cNvPr id="97" name="Image 26" descr="preencoded.png">    </p:cNvPr>
          <p:cNvPicPr>
            <a:picLocks noChangeAspect="1"/>
          </p:cNvPicPr>
          <p:nvPr/>
        </p:nvPicPr>
        <p:blipFill>
          <a:blip r:embed="rId27"/>
          <a:srcRect l="0" r="0" t="0" b="0"/>
          <a:stretch/>
        </p:blipFill>
        <p:spPr>
          <a:xfrm>
            <a:off x="5391150" y="3086100"/>
            <a:ext cx="614363" cy="209550"/>
          </a:xfrm>
          <a:prstGeom prst="rect">
            <a:avLst/>
          </a:prstGeom>
        </p:spPr>
      </p:pic>
      <p:sp>
        <p:nvSpPr>
          <p:cNvPr id="98" name="Text 69"/>
          <p:cNvSpPr/>
          <p:nvPr/>
        </p:nvSpPr>
        <p:spPr>
          <a:xfrm>
            <a:off x="5453063" y="3152775"/>
            <a:ext cx="114300" cy="76200"/>
          </a:xfrm>
          <a:prstGeom prst="rect">
            <a:avLst/>
          </a:prstGeom>
          <a:noFill/>
          <a:ln/>
        </p:spPr>
        <p:txBody>
          <a:bodyPr wrap="square" lIns="0" tIns="0" rIns="0" bIns="0" rtlCol="0" anchor="t"/>
          <a:lstStyle/>
          <a:p>
            <a:pPr algn="l" indent="0" marL="0">
              <a:lnSpc>
                <a:spcPts val="556"/>
              </a:lnSpc>
              <a:buNone/>
            </a:pPr>
            <a:r>
              <a:rPr lang="en-US" sz="463" dirty="0">
                <a:solidFill>
                  <a:srgbClr val="171D18">
                    <a:alpha val="99000"/>
                  </a:srgbClr>
                </a:solidFill>
                <a:latin typeface="Noto Sans KR" pitchFamily="34" charset="0"/>
                <a:ea typeface="Noto Sans KR" pitchFamily="34" charset="-122"/>
                <a:cs typeface="Noto Sans KR" pitchFamily="34" charset="-120"/>
              </a:rPr>
              <a:t>제주</a:t>
            </a:r>
            <a:endParaRPr lang="en-US" sz="463" dirty="0"/>
          </a:p>
        </p:txBody>
      </p:sp>
      <p:sp>
        <p:nvSpPr>
          <p:cNvPr id="99" name="Text 70"/>
          <p:cNvSpPr/>
          <p:nvPr/>
        </p:nvSpPr>
        <p:spPr>
          <a:xfrm>
            <a:off x="5867400" y="3152775"/>
            <a:ext cx="38100" cy="76200"/>
          </a:xfrm>
          <a:prstGeom prst="rect">
            <a:avLst/>
          </a:prstGeom>
          <a:noFill/>
          <a:ln/>
        </p:spPr>
        <p:txBody>
          <a:bodyPr wrap="square" lIns="0" tIns="0" rIns="0" bIns="0" rtlCol="0" anchor="t"/>
          <a:lstStyle/>
          <a:p>
            <a:pPr algn="l" indent="0" marL="0">
              <a:lnSpc>
                <a:spcPts val="556"/>
              </a:lnSpc>
              <a:buNone/>
            </a:pPr>
            <a:r>
              <a:rPr lang="en-US" sz="463" b="1" dirty="0">
                <a:solidFill>
                  <a:srgbClr val="145B3B">
                    <a:alpha val="99000"/>
                  </a:srgbClr>
                </a:solidFill>
                <a:latin typeface="Noto Sans KR" pitchFamily="34" charset="0"/>
                <a:ea typeface="Noto Sans KR" pitchFamily="34" charset="-122"/>
                <a:cs typeface="Noto Sans KR" pitchFamily="34" charset="-120"/>
              </a:rPr>
              <a:t>4</a:t>
            </a:r>
            <a:endParaRPr lang="en-US" sz="463" dirty="0"/>
          </a:p>
        </p:txBody>
      </p:sp>
      <p:sp>
        <p:nvSpPr>
          <p:cNvPr id="100" name="Text 71"/>
          <p:cNvSpPr/>
          <p:nvPr/>
        </p:nvSpPr>
        <p:spPr>
          <a:xfrm>
            <a:off x="1447800" y="3371850"/>
            <a:ext cx="438150" cy="109538"/>
          </a:xfrm>
          <a:prstGeom prst="rect">
            <a:avLst/>
          </a:prstGeom>
          <a:noFill/>
          <a:ln/>
        </p:spPr>
        <p:txBody>
          <a:bodyPr wrap="square" lIns="0" tIns="0" rIns="0" bIns="0" rtlCol="0" anchor="t"/>
          <a:lstStyle/>
          <a:p>
            <a:pPr algn="l" indent="0" marL="0">
              <a:lnSpc>
                <a:spcPts val="812"/>
              </a:lnSpc>
              <a:buNone/>
            </a:pPr>
            <a:r>
              <a:rPr lang="en-US" sz="677" b="1" dirty="0">
                <a:solidFill>
                  <a:srgbClr val="171D18">
                    <a:alpha val="99000"/>
                  </a:srgbClr>
                </a:solidFill>
                <a:latin typeface="Noto Sans KR" pitchFamily="34" charset="0"/>
                <a:ea typeface="Noto Sans KR" pitchFamily="34" charset="-122"/>
                <a:cs typeface="Noto Sans KR" pitchFamily="34" charset="-120"/>
              </a:rPr>
              <a:t>추천 티타임</a:t>
            </a:r>
            <a:endParaRPr lang="en-US" sz="677" dirty="0"/>
          </a:p>
        </p:txBody>
      </p:sp>
      <p:sp>
        <p:nvSpPr>
          <p:cNvPr id="101" name="Text 72"/>
          <p:cNvSpPr/>
          <p:nvPr/>
        </p:nvSpPr>
        <p:spPr>
          <a:xfrm>
            <a:off x="2114550" y="3405188"/>
            <a:ext cx="557213" cy="66675"/>
          </a:xfrm>
          <a:prstGeom prst="rect">
            <a:avLst/>
          </a:prstGeom>
          <a:noFill/>
          <a:ln/>
        </p:spPr>
        <p:txBody>
          <a:bodyPr wrap="square" lIns="0" tIns="0" rIns="0" bIns="0" rtlCol="0" anchor="t"/>
          <a:lstStyle/>
          <a:p>
            <a:pPr algn="l" indent="0" marL="0">
              <a:lnSpc>
                <a:spcPts val="513"/>
              </a:lnSpc>
              <a:buNone/>
            </a:pPr>
            <a:r>
              <a:rPr lang="en-US" sz="427" dirty="0">
                <a:solidFill>
                  <a:srgbClr val="6D746F">
                    <a:alpha val="99000"/>
                  </a:srgbClr>
                </a:solidFill>
                <a:latin typeface="Noto Sans KR" pitchFamily="34" charset="0"/>
                <a:ea typeface="Noto Sans KR" pitchFamily="34" charset="-122"/>
                <a:cs typeface="Noto Sans KR" pitchFamily="34" charset="-120"/>
              </a:rPr>
              <a:t>경기 남부 · 전체 시간대</a:t>
            </a:r>
            <a:endParaRPr lang="en-US" sz="427" dirty="0"/>
          </a:p>
        </p:txBody>
      </p:sp>
      <p:sp>
        <p:nvSpPr>
          <p:cNvPr id="102" name="Text 73"/>
          <p:cNvSpPr/>
          <p:nvPr/>
        </p:nvSpPr>
        <p:spPr>
          <a:xfrm>
            <a:off x="5548313" y="3405188"/>
            <a:ext cx="161925" cy="66675"/>
          </a:xfrm>
          <a:prstGeom prst="rect">
            <a:avLst/>
          </a:prstGeom>
          <a:noFill/>
          <a:ln/>
        </p:spPr>
        <p:txBody>
          <a:bodyPr wrap="square" lIns="0" tIns="0" rIns="0" bIns="0" rtlCol="0" anchor="t"/>
          <a:lstStyle/>
          <a:p>
            <a:pPr algn="l" indent="0" marL="0">
              <a:lnSpc>
                <a:spcPts val="513"/>
              </a:lnSpc>
              <a:buNone/>
            </a:pPr>
            <a:r>
              <a:rPr lang="en-US" sz="427" dirty="0">
                <a:solidFill>
                  <a:srgbClr val="6D746F">
                    <a:alpha val="99000"/>
                  </a:srgbClr>
                </a:solidFill>
                <a:latin typeface="Noto Sans KR" pitchFamily="34" charset="0"/>
                <a:ea typeface="Noto Sans KR" pitchFamily="34" charset="-122"/>
                <a:cs typeface="Noto Sans KR" pitchFamily="34" charset="-120"/>
              </a:rPr>
              <a:t>추천순 </a:t>
            </a:r>
            <a:endParaRPr lang="en-US" sz="427" dirty="0"/>
          </a:p>
        </p:txBody>
      </p:sp>
      <p:pic>
        <p:nvPicPr>
          <p:cNvPr id="103" name="Image 27" descr="preencoded.png">    </p:cNvPr>
          <p:cNvPicPr>
            <a:picLocks noChangeAspect="1"/>
          </p:cNvPicPr>
          <p:nvPr/>
        </p:nvPicPr>
        <p:blipFill>
          <a:blip r:embed="rId28"/>
          <a:srcRect l="0" r="0" t="0" b="0"/>
          <a:stretch/>
        </p:blipFill>
        <p:spPr>
          <a:xfrm>
            <a:off x="1447800" y="3548063"/>
            <a:ext cx="4557713" cy="1009650"/>
          </a:xfrm>
          <a:prstGeom prst="rect">
            <a:avLst/>
          </a:prstGeom>
        </p:spPr>
      </p:pic>
      <p:sp>
        <p:nvSpPr>
          <p:cNvPr id="104" name="Text 74"/>
          <p:cNvSpPr/>
          <p:nvPr/>
        </p:nvSpPr>
        <p:spPr>
          <a:xfrm>
            <a:off x="1552575" y="3590925"/>
            <a:ext cx="285750" cy="123825"/>
          </a:xfrm>
          <a:prstGeom prst="rect">
            <a:avLst/>
          </a:prstGeom>
          <a:noFill/>
          <a:ln/>
        </p:spPr>
        <p:txBody>
          <a:bodyPr wrap="square" lIns="0" tIns="0" rIns="0" bIns="0" rtlCol="0" anchor="t"/>
          <a:lstStyle/>
          <a:p>
            <a:pPr algn="l" indent="0" marL="0">
              <a:lnSpc>
                <a:spcPts val="941"/>
              </a:lnSpc>
              <a:buNone/>
            </a:pPr>
            <a:r>
              <a:rPr lang="en-US" sz="784" b="1" dirty="0">
                <a:solidFill>
                  <a:srgbClr val="171D18">
                    <a:alpha val="99000"/>
                  </a:srgbClr>
                </a:solidFill>
                <a:latin typeface="Noto Sans KR" pitchFamily="34" charset="0"/>
                <a:ea typeface="Noto Sans KR" pitchFamily="34" charset="-122"/>
                <a:cs typeface="Noto Sans KR" pitchFamily="34" charset="-120"/>
              </a:rPr>
              <a:t>07:24</a:t>
            </a:r>
            <a:endParaRPr lang="en-US" sz="784" dirty="0"/>
          </a:p>
        </p:txBody>
      </p:sp>
      <p:sp>
        <p:nvSpPr>
          <p:cNvPr id="105" name="Text 75"/>
          <p:cNvSpPr/>
          <p:nvPr/>
        </p:nvSpPr>
        <p:spPr>
          <a:xfrm>
            <a:off x="1552575" y="3738563"/>
            <a:ext cx="133350" cy="57150"/>
          </a:xfrm>
          <a:prstGeom prst="rect">
            <a:avLst/>
          </a:prstGeom>
          <a:noFill/>
          <a:ln/>
        </p:spPr>
        <p:txBody>
          <a:bodyPr wrap="square" lIns="0" tIns="0" rIns="0" bIns="0" rtlCol="0" anchor="t"/>
          <a:lstStyle/>
          <a:p>
            <a:pPr algn="l" indent="0" marL="0">
              <a:lnSpc>
                <a:spcPts val="427"/>
              </a:lnSpc>
              <a:buNone/>
            </a:pPr>
            <a:r>
              <a:rPr lang="en-US" sz="356" dirty="0">
                <a:solidFill>
                  <a:srgbClr val="6D746F">
                    <a:alpha val="99000"/>
                  </a:srgbClr>
                </a:solidFill>
                <a:latin typeface="Noto Sans KR" pitchFamily="34" charset="0"/>
                <a:ea typeface="Noto Sans KR" pitchFamily="34" charset="-122"/>
                <a:cs typeface="Noto Sans KR" pitchFamily="34" charset="-120"/>
              </a:rPr>
              <a:t>티오프</a:t>
            </a:r>
            <a:endParaRPr lang="en-US" sz="356" dirty="0"/>
          </a:p>
        </p:txBody>
      </p:sp>
      <p:sp>
        <p:nvSpPr>
          <p:cNvPr id="106" name="Text 76"/>
          <p:cNvSpPr/>
          <p:nvPr/>
        </p:nvSpPr>
        <p:spPr>
          <a:xfrm>
            <a:off x="2066925" y="3609975"/>
            <a:ext cx="542925" cy="85725"/>
          </a:xfrm>
          <a:prstGeom prst="rect">
            <a:avLst/>
          </a:prstGeom>
          <a:noFill/>
          <a:ln/>
        </p:spPr>
        <p:txBody>
          <a:bodyPr wrap="square" lIns="0" tIns="0" rIns="0" bIns="0" rtlCol="0" anchor="t"/>
          <a:lstStyle/>
          <a:p>
            <a:pPr algn="l" indent="0" marL="0">
              <a:lnSpc>
                <a:spcPts val="641"/>
              </a:lnSpc>
              <a:buNone/>
            </a:pPr>
            <a:r>
              <a:rPr lang="en-US" sz="534" b="1" dirty="0">
                <a:solidFill>
                  <a:srgbClr val="171D18">
                    <a:alpha val="99000"/>
                  </a:srgbClr>
                </a:solidFill>
                <a:latin typeface="Noto Sans KR" pitchFamily="34" charset="0"/>
                <a:ea typeface="Noto Sans KR" pitchFamily="34" charset="-122"/>
                <a:cs typeface="Noto Sans KR" pitchFamily="34" charset="-120"/>
              </a:rPr>
              <a:t>그린힐 컨트리클럽</a:t>
            </a:r>
            <a:endParaRPr lang="en-US" sz="534" dirty="0"/>
          </a:p>
        </p:txBody>
      </p:sp>
      <p:sp>
        <p:nvSpPr>
          <p:cNvPr id="107" name="Text 77"/>
          <p:cNvSpPr/>
          <p:nvPr/>
        </p:nvSpPr>
        <p:spPr>
          <a:xfrm>
            <a:off x="2066925" y="3729038"/>
            <a:ext cx="542925" cy="66675"/>
          </a:xfrm>
          <a:prstGeom prst="rect">
            <a:avLst/>
          </a:prstGeom>
          <a:noFill/>
          <a:ln/>
        </p:spPr>
        <p:txBody>
          <a:bodyPr wrap="square" lIns="0" tIns="0" rIns="0" bIns="0" rtlCol="0" anchor="t"/>
          <a:lstStyle/>
          <a:p>
            <a:pPr algn="l" indent="0" marL="0">
              <a:lnSpc>
                <a:spcPts val="513"/>
              </a:lnSpc>
              <a:buNone/>
            </a:pPr>
            <a:r>
              <a:rPr lang="en-US" sz="427" dirty="0">
                <a:solidFill>
                  <a:srgbClr val="6D746F">
                    <a:alpha val="99000"/>
                  </a:srgbClr>
                </a:solidFill>
                <a:latin typeface="Noto Sans KR" pitchFamily="34" charset="0"/>
                <a:ea typeface="Noto Sans KR" pitchFamily="34" charset="-122"/>
                <a:cs typeface="Noto Sans KR" pitchFamily="34" charset="-120"/>
              </a:rPr>
              <a:t>경기 용인 · 18홀 · 4인</a:t>
            </a:r>
            <a:endParaRPr lang="en-US" sz="427" dirty="0"/>
          </a:p>
        </p:txBody>
      </p:sp>
      <p:pic>
        <p:nvPicPr>
          <p:cNvPr id="108" name="Image 28" descr="preencoded.png">    </p:cNvPr>
          <p:cNvPicPr>
            <a:picLocks noChangeAspect="1"/>
          </p:cNvPicPr>
          <p:nvPr/>
        </p:nvPicPr>
        <p:blipFill>
          <a:blip r:embed="rId29"/>
          <a:srcRect l="0" r="0" t="0" b="0"/>
          <a:stretch/>
        </p:blipFill>
        <p:spPr>
          <a:xfrm>
            <a:off x="3676650" y="3657600"/>
            <a:ext cx="414338" cy="114300"/>
          </a:xfrm>
          <a:prstGeom prst="rect">
            <a:avLst/>
          </a:prstGeom>
        </p:spPr>
      </p:pic>
      <p:sp>
        <p:nvSpPr>
          <p:cNvPr id="109" name="Text 78"/>
          <p:cNvSpPr/>
          <p:nvPr/>
        </p:nvSpPr>
        <p:spPr>
          <a:xfrm>
            <a:off x="3729038" y="3686175"/>
            <a:ext cx="233362" cy="57150"/>
          </a:xfrm>
          <a:prstGeom prst="rect">
            <a:avLst/>
          </a:prstGeom>
          <a:noFill/>
          <a:ln/>
        </p:spPr>
        <p:txBody>
          <a:bodyPr wrap="square" lIns="0" tIns="0" rIns="0" bIns="0" rtlCol="0" anchor="t"/>
          <a:lstStyle/>
          <a:p>
            <a:pPr algn="l" indent="0" marL="0">
              <a:lnSpc>
                <a:spcPts val="427"/>
              </a:lnSpc>
              <a:buNone/>
            </a:pPr>
            <a:r>
              <a:rPr lang="en-US" sz="356" dirty="0">
                <a:solidFill>
                  <a:srgbClr val="145B3B">
                    <a:alpha val="99000"/>
                  </a:srgbClr>
                </a:solidFill>
                <a:latin typeface="Noto Sans KR" pitchFamily="34" charset="0"/>
                <a:ea typeface="Noto Sans KR" pitchFamily="34" charset="-122"/>
                <a:cs typeface="Noto Sans KR" pitchFamily="34" charset="-120"/>
              </a:rPr>
              <a:t>아침 라운드</a:t>
            </a:r>
            <a:endParaRPr lang="en-US" sz="356" dirty="0"/>
          </a:p>
        </p:txBody>
      </p:sp>
      <p:sp>
        <p:nvSpPr>
          <p:cNvPr id="110" name="Text 79"/>
          <p:cNvSpPr/>
          <p:nvPr/>
        </p:nvSpPr>
        <p:spPr>
          <a:xfrm>
            <a:off x="4672013" y="3609975"/>
            <a:ext cx="390525" cy="95250"/>
          </a:xfrm>
          <a:prstGeom prst="rect">
            <a:avLst/>
          </a:prstGeom>
          <a:noFill/>
          <a:ln/>
        </p:spPr>
        <p:txBody>
          <a:bodyPr wrap="square" lIns="0" tIns="0" rIns="0" bIns="0" rtlCol="0" anchor="t"/>
          <a:lstStyle/>
          <a:p>
            <a:pPr algn="l" indent="0" marL="0">
              <a:lnSpc>
                <a:spcPts val="727"/>
              </a:lnSpc>
              <a:buNone/>
            </a:pPr>
            <a:r>
              <a:rPr lang="en-US" sz="606" b="1" dirty="0">
                <a:solidFill>
                  <a:srgbClr val="171D18">
                    <a:alpha val="99000"/>
                  </a:srgbClr>
                </a:solidFill>
                <a:latin typeface="Noto Sans KR" pitchFamily="34" charset="0"/>
                <a:ea typeface="Noto Sans KR" pitchFamily="34" charset="-122"/>
                <a:cs typeface="Noto Sans KR" pitchFamily="34" charset="-120"/>
              </a:rPr>
              <a:t>140,000원</a:t>
            </a:r>
            <a:endParaRPr lang="en-US" sz="606" dirty="0"/>
          </a:p>
        </p:txBody>
      </p:sp>
      <p:sp>
        <p:nvSpPr>
          <p:cNvPr id="111" name="Text 80"/>
          <p:cNvSpPr/>
          <p:nvPr/>
        </p:nvSpPr>
        <p:spPr>
          <a:xfrm>
            <a:off x="4924425" y="3733800"/>
            <a:ext cx="214313" cy="57150"/>
          </a:xfrm>
          <a:prstGeom prst="rect">
            <a:avLst/>
          </a:prstGeom>
          <a:noFill/>
          <a:ln/>
        </p:spPr>
        <p:txBody>
          <a:bodyPr wrap="square" lIns="0" tIns="0" rIns="0" bIns="0" rtlCol="0" anchor="t"/>
          <a:lstStyle/>
          <a:p>
            <a:pPr algn="l" indent="0" marL="0">
              <a:lnSpc>
                <a:spcPts val="427"/>
              </a:lnSpc>
              <a:buNone/>
            </a:pPr>
            <a:r>
              <a:rPr lang="en-US" sz="356" dirty="0">
                <a:solidFill>
                  <a:srgbClr val="6D746F">
                    <a:alpha val="99000"/>
                  </a:srgbClr>
                </a:solidFill>
                <a:latin typeface="Noto Sans KR" pitchFamily="34" charset="0"/>
                <a:ea typeface="Noto Sans KR" pitchFamily="34" charset="-122"/>
                <a:cs typeface="Noto Sans KR" pitchFamily="34" charset="-120"/>
              </a:rPr>
              <a:t>1인 그린피</a:t>
            </a:r>
            <a:endParaRPr lang="en-US" sz="356" dirty="0"/>
          </a:p>
        </p:txBody>
      </p:sp>
      <p:pic>
        <p:nvPicPr>
          <p:cNvPr id="112" name="Image 29" descr="preencoded.png">    </p:cNvPr>
          <p:cNvPicPr>
            <a:picLocks noChangeAspect="1"/>
          </p:cNvPicPr>
          <p:nvPr/>
        </p:nvPicPr>
        <p:blipFill>
          <a:blip r:embed="rId30"/>
          <a:srcRect l="0" r="0" t="0" b="0"/>
          <a:stretch/>
        </p:blipFill>
        <p:spPr>
          <a:xfrm>
            <a:off x="5353050" y="3629025"/>
            <a:ext cx="538163" cy="176213"/>
          </a:xfrm>
          <a:prstGeom prst="rect">
            <a:avLst/>
          </a:prstGeom>
        </p:spPr>
      </p:pic>
      <p:sp>
        <p:nvSpPr>
          <p:cNvPr id="113" name="Text 81"/>
          <p:cNvSpPr/>
          <p:nvPr/>
        </p:nvSpPr>
        <p:spPr>
          <a:xfrm>
            <a:off x="5462588" y="3686175"/>
            <a:ext cx="204788" cy="61912"/>
          </a:xfrm>
          <a:prstGeom prst="rect">
            <a:avLst/>
          </a:prstGeom>
          <a:noFill/>
          <a:ln/>
        </p:spPr>
        <p:txBody>
          <a:bodyPr wrap="square" lIns="0" tIns="0" rIns="0" bIns="0" rtlCol="0" anchor="t"/>
          <a:lstStyle/>
          <a:p>
            <a:pPr algn="l" indent="0" marL="0">
              <a:lnSpc>
                <a:spcPts val="470"/>
              </a:lnSpc>
              <a:buNone/>
            </a:pPr>
            <a:r>
              <a:rPr lang="en-US" sz="392" b="1" dirty="0">
                <a:solidFill>
                  <a:srgbClr val="171D18">
                    <a:alpha val="99000"/>
                  </a:srgbClr>
                </a:solidFill>
                <a:latin typeface="Noto Sans KR" pitchFamily="34" charset="0"/>
                <a:ea typeface="Noto Sans KR" pitchFamily="34" charset="-122"/>
                <a:cs typeface="Noto Sans KR" pitchFamily="34" charset="-120"/>
              </a:rPr>
              <a:t>상세 보기 </a:t>
            </a:r>
            <a:endParaRPr lang="en-US" sz="392" dirty="0"/>
          </a:p>
        </p:txBody>
      </p:sp>
      <p:pic>
        <p:nvPicPr>
          <p:cNvPr id="114" name="Image 30" descr="preencoded.png">    </p:cNvPr>
          <p:cNvPicPr>
            <a:picLocks noChangeAspect="1"/>
          </p:cNvPicPr>
          <p:nvPr/>
        </p:nvPicPr>
        <p:blipFill>
          <a:blip r:embed="rId31"/>
          <a:srcRect l="0" r="0" t="0" b="0"/>
          <a:stretch/>
        </p:blipFill>
        <p:spPr>
          <a:xfrm>
            <a:off x="1543050" y="3881438"/>
            <a:ext cx="4362450" cy="4763"/>
          </a:xfrm>
          <a:prstGeom prst="rect">
            <a:avLst/>
          </a:prstGeom>
        </p:spPr>
      </p:pic>
      <p:sp>
        <p:nvSpPr>
          <p:cNvPr id="115" name="Text 82"/>
          <p:cNvSpPr/>
          <p:nvPr/>
        </p:nvSpPr>
        <p:spPr>
          <a:xfrm>
            <a:off x="1552575" y="3924300"/>
            <a:ext cx="285750" cy="123825"/>
          </a:xfrm>
          <a:prstGeom prst="rect">
            <a:avLst/>
          </a:prstGeom>
          <a:noFill/>
          <a:ln/>
        </p:spPr>
        <p:txBody>
          <a:bodyPr wrap="square" lIns="0" tIns="0" rIns="0" bIns="0" rtlCol="0" anchor="t"/>
          <a:lstStyle/>
          <a:p>
            <a:pPr algn="l" indent="0" marL="0">
              <a:lnSpc>
                <a:spcPts val="941"/>
              </a:lnSpc>
              <a:buNone/>
            </a:pPr>
            <a:r>
              <a:rPr lang="en-US" sz="784" b="1" dirty="0">
                <a:solidFill>
                  <a:srgbClr val="171D18">
                    <a:alpha val="99000"/>
                  </a:srgbClr>
                </a:solidFill>
                <a:latin typeface="Noto Sans KR" pitchFamily="34" charset="0"/>
                <a:ea typeface="Noto Sans KR" pitchFamily="34" charset="-122"/>
                <a:cs typeface="Noto Sans KR" pitchFamily="34" charset="-120"/>
              </a:rPr>
              <a:t>10:36</a:t>
            </a:r>
            <a:endParaRPr lang="en-US" sz="784" dirty="0"/>
          </a:p>
        </p:txBody>
      </p:sp>
      <p:sp>
        <p:nvSpPr>
          <p:cNvPr id="116" name="Text 83"/>
          <p:cNvSpPr/>
          <p:nvPr/>
        </p:nvSpPr>
        <p:spPr>
          <a:xfrm>
            <a:off x="1552575" y="4071938"/>
            <a:ext cx="133350" cy="57150"/>
          </a:xfrm>
          <a:prstGeom prst="rect">
            <a:avLst/>
          </a:prstGeom>
          <a:noFill/>
          <a:ln/>
        </p:spPr>
        <p:txBody>
          <a:bodyPr wrap="square" lIns="0" tIns="0" rIns="0" bIns="0" rtlCol="0" anchor="t"/>
          <a:lstStyle/>
          <a:p>
            <a:pPr algn="l" indent="0" marL="0">
              <a:lnSpc>
                <a:spcPts val="427"/>
              </a:lnSpc>
              <a:buNone/>
            </a:pPr>
            <a:r>
              <a:rPr lang="en-US" sz="356" dirty="0">
                <a:solidFill>
                  <a:srgbClr val="6D746F">
                    <a:alpha val="99000"/>
                  </a:srgbClr>
                </a:solidFill>
                <a:latin typeface="Noto Sans KR" pitchFamily="34" charset="0"/>
                <a:ea typeface="Noto Sans KR" pitchFamily="34" charset="-122"/>
                <a:cs typeface="Noto Sans KR" pitchFamily="34" charset="-120"/>
              </a:rPr>
              <a:t>티오프</a:t>
            </a:r>
            <a:endParaRPr lang="en-US" sz="356" dirty="0"/>
          </a:p>
        </p:txBody>
      </p:sp>
      <p:sp>
        <p:nvSpPr>
          <p:cNvPr id="117" name="Text 84"/>
          <p:cNvSpPr/>
          <p:nvPr/>
        </p:nvSpPr>
        <p:spPr>
          <a:xfrm>
            <a:off x="2066925" y="3943350"/>
            <a:ext cx="542925" cy="85725"/>
          </a:xfrm>
          <a:prstGeom prst="rect">
            <a:avLst/>
          </a:prstGeom>
          <a:noFill/>
          <a:ln/>
        </p:spPr>
        <p:txBody>
          <a:bodyPr wrap="square" lIns="0" tIns="0" rIns="0" bIns="0" rtlCol="0" anchor="t"/>
          <a:lstStyle/>
          <a:p>
            <a:pPr algn="l" indent="0" marL="0">
              <a:lnSpc>
                <a:spcPts val="641"/>
              </a:lnSpc>
              <a:buNone/>
            </a:pPr>
            <a:r>
              <a:rPr lang="en-US" sz="534" b="1" dirty="0">
                <a:solidFill>
                  <a:srgbClr val="171D18">
                    <a:alpha val="99000"/>
                  </a:srgbClr>
                </a:solidFill>
                <a:latin typeface="Noto Sans KR" pitchFamily="34" charset="0"/>
                <a:ea typeface="Noto Sans KR" pitchFamily="34" charset="-122"/>
                <a:cs typeface="Noto Sans KR" pitchFamily="34" charset="-120"/>
              </a:rPr>
              <a:t>레이크뷰 골프클럽</a:t>
            </a:r>
            <a:endParaRPr lang="en-US" sz="534" dirty="0"/>
          </a:p>
        </p:txBody>
      </p:sp>
      <p:sp>
        <p:nvSpPr>
          <p:cNvPr id="118" name="Text 85"/>
          <p:cNvSpPr/>
          <p:nvPr/>
        </p:nvSpPr>
        <p:spPr>
          <a:xfrm>
            <a:off x="2066925" y="4062412"/>
            <a:ext cx="542925" cy="66675"/>
          </a:xfrm>
          <a:prstGeom prst="rect">
            <a:avLst/>
          </a:prstGeom>
          <a:noFill/>
          <a:ln/>
        </p:spPr>
        <p:txBody>
          <a:bodyPr wrap="square" lIns="0" tIns="0" rIns="0" bIns="0" rtlCol="0" anchor="t"/>
          <a:lstStyle/>
          <a:p>
            <a:pPr algn="l" indent="0" marL="0">
              <a:lnSpc>
                <a:spcPts val="513"/>
              </a:lnSpc>
              <a:buNone/>
            </a:pPr>
            <a:r>
              <a:rPr lang="en-US" sz="427" dirty="0">
                <a:solidFill>
                  <a:srgbClr val="6D746F">
                    <a:alpha val="99000"/>
                  </a:srgbClr>
                </a:solidFill>
                <a:latin typeface="Noto Sans KR" pitchFamily="34" charset="0"/>
                <a:ea typeface="Noto Sans KR" pitchFamily="34" charset="-122"/>
                <a:cs typeface="Noto Sans KR" pitchFamily="34" charset="-120"/>
              </a:rPr>
              <a:t>경기 여주 · 18홀 · 3인</a:t>
            </a:r>
            <a:endParaRPr lang="en-US" sz="427" dirty="0"/>
          </a:p>
        </p:txBody>
      </p:sp>
      <p:pic>
        <p:nvPicPr>
          <p:cNvPr id="119" name="Image 31" descr="preencoded.png">    </p:cNvPr>
          <p:cNvPicPr>
            <a:picLocks noChangeAspect="1"/>
          </p:cNvPicPr>
          <p:nvPr/>
        </p:nvPicPr>
        <p:blipFill>
          <a:blip r:embed="rId32"/>
          <a:srcRect l="0" r="0" t="0" b="0"/>
          <a:stretch/>
        </p:blipFill>
        <p:spPr>
          <a:xfrm>
            <a:off x="3676650" y="3990975"/>
            <a:ext cx="414338" cy="114300"/>
          </a:xfrm>
          <a:prstGeom prst="rect">
            <a:avLst/>
          </a:prstGeom>
        </p:spPr>
      </p:pic>
      <p:sp>
        <p:nvSpPr>
          <p:cNvPr id="120" name="Text 86"/>
          <p:cNvSpPr/>
          <p:nvPr/>
        </p:nvSpPr>
        <p:spPr>
          <a:xfrm>
            <a:off x="3729038" y="4019550"/>
            <a:ext cx="171450" cy="57150"/>
          </a:xfrm>
          <a:prstGeom prst="rect">
            <a:avLst/>
          </a:prstGeom>
          <a:noFill/>
          <a:ln/>
        </p:spPr>
        <p:txBody>
          <a:bodyPr wrap="square" lIns="0" tIns="0" rIns="0" bIns="0" rtlCol="0" anchor="t"/>
          <a:lstStyle/>
          <a:p>
            <a:pPr algn="l" indent="0" marL="0">
              <a:lnSpc>
                <a:spcPts val="427"/>
              </a:lnSpc>
              <a:buNone/>
            </a:pPr>
            <a:r>
              <a:rPr lang="en-US" sz="356" dirty="0">
                <a:solidFill>
                  <a:srgbClr val="145B3B">
                    <a:alpha val="99000"/>
                  </a:srgbClr>
                </a:solidFill>
                <a:latin typeface="Noto Sans KR" pitchFamily="34" charset="0"/>
                <a:ea typeface="Noto Sans KR" pitchFamily="34" charset="-122"/>
                <a:cs typeface="Noto Sans KR" pitchFamily="34" charset="-120"/>
              </a:rPr>
              <a:t>3인 가능</a:t>
            </a:r>
            <a:endParaRPr lang="en-US" sz="356" dirty="0"/>
          </a:p>
        </p:txBody>
      </p:sp>
      <p:sp>
        <p:nvSpPr>
          <p:cNvPr id="121" name="Text 87"/>
          <p:cNvSpPr/>
          <p:nvPr/>
        </p:nvSpPr>
        <p:spPr>
          <a:xfrm>
            <a:off x="4672013" y="3943350"/>
            <a:ext cx="390525" cy="95250"/>
          </a:xfrm>
          <a:prstGeom prst="rect">
            <a:avLst/>
          </a:prstGeom>
          <a:noFill/>
          <a:ln/>
        </p:spPr>
        <p:txBody>
          <a:bodyPr wrap="square" lIns="0" tIns="0" rIns="0" bIns="0" rtlCol="0" anchor="t"/>
          <a:lstStyle/>
          <a:p>
            <a:pPr algn="l" indent="0" marL="0">
              <a:lnSpc>
                <a:spcPts val="727"/>
              </a:lnSpc>
              <a:buNone/>
            </a:pPr>
            <a:r>
              <a:rPr lang="en-US" sz="606" b="1" dirty="0">
                <a:solidFill>
                  <a:srgbClr val="171D18">
                    <a:alpha val="99000"/>
                  </a:srgbClr>
                </a:solidFill>
                <a:latin typeface="Noto Sans KR" pitchFamily="34" charset="0"/>
                <a:ea typeface="Noto Sans KR" pitchFamily="34" charset="-122"/>
                <a:cs typeface="Noto Sans KR" pitchFamily="34" charset="-120"/>
              </a:rPr>
              <a:t>160,000원</a:t>
            </a:r>
            <a:endParaRPr lang="en-US" sz="606" dirty="0"/>
          </a:p>
        </p:txBody>
      </p:sp>
      <p:sp>
        <p:nvSpPr>
          <p:cNvPr id="122" name="Text 88"/>
          <p:cNvSpPr/>
          <p:nvPr/>
        </p:nvSpPr>
        <p:spPr>
          <a:xfrm>
            <a:off x="4924425" y="4067175"/>
            <a:ext cx="214313" cy="57150"/>
          </a:xfrm>
          <a:prstGeom prst="rect">
            <a:avLst/>
          </a:prstGeom>
          <a:noFill/>
          <a:ln/>
        </p:spPr>
        <p:txBody>
          <a:bodyPr wrap="square" lIns="0" tIns="0" rIns="0" bIns="0" rtlCol="0" anchor="t"/>
          <a:lstStyle/>
          <a:p>
            <a:pPr algn="l" indent="0" marL="0">
              <a:lnSpc>
                <a:spcPts val="427"/>
              </a:lnSpc>
              <a:buNone/>
            </a:pPr>
            <a:r>
              <a:rPr lang="en-US" sz="356" dirty="0">
                <a:solidFill>
                  <a:srgbClr val="6D746F">
                    <a:alpha val="99000"/>
                  </a:srgbClr>
                </a:solidFill>
                <a:latin typeface="Noto Sans KR" pitchFamily="34" charset="0"/>
                <a:ea typeface="Noto Sans KR" pitchFamily="34" charset="-122"/>
                <a:cs typeface="Noto Sans KR" pitchFamily="34" charset="-120"/>
              </a:rPr>
              <a:t>1인 그린피</a:t>
            </a:r>
            <a:endParaRPr lang="en-US" sz="356" dirty="0"/>
          </a:p>
        </p:txBody>
      </p:sp>
      <p:pic>
        <p:nvPicPr>
          <p:cNvPr id="123" name="Image 32" descr="preencoded.png">    </p:cNvPr>
          <p:cNvPicPr>
            <a:picLocks noChangeAspect="1"/>
          </p:cNvPicPr>
          <p:nvPr/>
        </p:nvPicPr>
        <p:blipFill>
          <a:blip r:embed="rId33"/>
          <a:srcRect l="0" r="0" t="0" b="0"/>
          <a:stretch/>
        </p:blipFill>
        <p:spPr>
          <a:xfrm>
            <a:off x="5353050" y="3962400"/>
            <a:ext cx="538163" cy="176213"/>
          </a:xfrm>
          <a:prstGeom prst="rect">
            <a:avLst/>
          </a:prstGeom>
        </p:spPr>
      </p:pic>
      <p:sp>
        <p:nvSpPr>
          <p:cNvPr id="124" name="Text 89"/>
          <p:cNvSpPr/>
          <p:nvPr/>
        </p:nvSpPr>
        <p:spPr>
          <a:xfrm>
            <a:off x="5462588" y="4019550"/>
            <a:ext cx="204788" cy="61912"/>
          </a:xfrm>
          <a:prstGeom prst="rect">
            <a:avLst/>
          </a:prstGeom>
          <a:noFill/>
          <a:ln/>
        </p:spPr>
        <p:txBody>
          <a:bodyPr wrap="square" lIns="0" tIns="0" rIns="0" bIns="0" rtlCol="0" anchor="t"/>
          <a:lstStyle/>
          <a:p>
            <a:pPr algn="l" indent="0" marL="0">
              <a:lnSpc>
                <a:spcPts val="470"/>
              </a:lnSpc>
              <a:buNone/>
            </a:pPr>
            <a:r>
              <a:rPr lang="en-US" sz="392" b="1" dirty="0">
                <a:solidFill>
                  <a:srgbClr val="171D18">
                    <a:alpha val="99000"/>
                  </a:srgbClr>
                </a:solidFill>
                <a:latin typeface="Noto Sans KR" pitchFamily="34" charset="0"/>
                <a:ea typeface="Noto Sans KR" pitchFamily="34" charset="-122"/>
                <a:cs typeface="Noto Sans KR" pitchFamily="34" charset="-120"/>
              </a:rPr>
              <a:t>상세 보기 </a:t>
            </a:r>
            <a:endParaRPr lang="en-US" sz="392" dirty="0"/>
          </a:p>
        </p:txBody>
      </p:sp>
      <p:pic>
        <p:nvPicPr>
          <p:cNvPr id="125" name="Image 33" descr="preencoded.png">    </p:cNvPr>
          <p:cNvPicPr>
            <a:picLocks noChangeAspect="1"/>
          </p:cNvPicPr>
          <p:nvPr/>
        </p:nvPicPr>
        <p:blipFill>
          <a:blip r:embed="rId34"/>
          <a:srcRect l="0" r="0" t="0" b="0"/>
          <a:stretch/>
        </p:blipFill>
        <p:spPr>
          <a:xfrm>
            <a:off x="1543050" y="4214813"/>
            <a:ext cx="4362450" cy="4763"/>
          </a:xfrm>
          <a:prstGeom prst="rect">
            <a:avLst/>
          </a:prstGeom>
        </p:spPr>
      </p:pic>
      <p:sp>
        <p:nvSpPr>
          <p:cNvPr id="126" name="Text 90"/>
          <p:cNvSpPr/>
          <p:nvPr/>
        </p:nvSpPr>
        <p:spPr>
          <a:xfrm>
            <a:off x="1552575" y="4257675"/>
            <a:ext cx="285750" cy="123825"/>
          </a:xfrm>
          <a:prstGeom prst="rect">
            <a:avLst/>
          </a:prstGeom>
          <a:noFill/>
          <a:ln/>
        </p:spPr>
        <p:txBody>
          <a:bodyPr wrap="square" lIns="0" tIns="0" rIns="0" bIns="0" rtlCol="0" anchor="t"/>
          <a:lstStyle/>
          <a:p>
            <a:pPr algn="l" indent="0" marL="0">
              <a:lnSpc>
                <a:spcPts val="941"/>
              </a:lnSpc>
              <a:buNone/>
            </a:pPr>
            <a:r>
              <a:rPr lang="en-US" sz="784" b="1" dirty="0">
                <a:solidFill>
                  <a:srgbClr val="171D18">
                    <a:alpha val="99000"/>
                  </a:srgbClr>
                </a:solidFill>
                <a:latin typeface="Noto Sans KR" pitchFamily="34" charset="0"/>
                <a:ea typeface="Noto Sans KR" pitchFamily="34" charset="-122"/>
                <a:cs typeface="Noto Sans KR" pitchFamily="34" charset="-120"/>
              </a:rPr>
              <a:t>13:12</a:t>
            </a:r>
            <a:endParaRPr lang="en-US" sz="784" dirty="0"/>
          </a:p>
        </p:txBody>
      </p:sp>
      <p:sp>
        <p:nvSpPr>
          <p:cNvPr id="127" name="Text 91"/>
          <p:cNvSpPr/>
          <p:nvPr/>
        </p:nvSpPr>
        <p:spPr>
          <a:xfrm>
            <a:off x="1552575" y="4405313"/>
            <a:ext cx="133350" cy="57150"/>
          </a:xfrm>
          <a:prstGeom prst="rect">
            <a:avLst/>
          </a:prstGeom>
          <a:noFill/>
          <a:ln/>
        </p:spPr>
        <p:txBody>
          <a:bodyPr wrap="square" lIns="0" tIns="0" rIns="0" bIns="0" rtlCol="0" anchor="t"/>
          <a:lstStyle/>
          <a:p>
            <a:pPr algn="l" indent="0" marL="0">
              <a:lnSpc>
                <a:spcPts val="427"/>
              </a:lnSpc>
              <a:buNone/>
            </a:pPr>
            <a:r>
              <a:rPr lang="en-US" sz="356" dirty="0">
                <a:solidFill>
                  <a:srgbClr val="6D746F">
                    <a:alpha val="99000"/>
                  </a:srgbClr>
                </a:solidFill>
                <a:latin typeface="Noto Sans KR" pitchFamily="34" charset="0"/>
                <a:ea typeface="Noto Sans KR" pitchFamily="34" charset="-122"/>
                <a:cs typeface="Noto Sans KR" pitchFamily="34" charset="-120"/>
              </a:rPr>
              <a:t>티오프</a:t>
            </a:r>
            <a:endParaRPr lang="en-US" sz="356" dirty="0"/>
          </a:p>
        </p:txBody>
      </p:sp>
      <p:sp>
        <p:nvSpPr>
          <p:cNvPr id="128" name="Text 92"/>
          <p:cNvSpPr/>
          <p:nvPr/>
        </p:nvSpPr>
        <p:spPr>
          <a:xfrm>
            <a:off x="2066925" y="4276725"/>
            <a:ext cx="609600" cy="85725"/>
          </a:xfrm>
          <a:prstGeom prst="rect">
            <a:avLst/>
          </a:prstGeom>
          <a:noFill/>
          <a:ln/>
        </p:spPr>
        <p:txBody>
          <a:bodyPr wrap="square" lIns="0" tIns="0" rIns="0" bIns="0" rtlCol="0" anchor="t"/>
          <a:lstStyle/>
          <a:p>
            <a:pPr algn="l" indent="0" marL="0">
              <a:lnSpc>
                <a:spcPts val="641"/>
              </a:lnSpc>
              <a:buNone/>
            </a:pPr>
            <a:r>
              <a:rPr lang="en-US" sz="534" b="1" dirty="0">
                <a:solidFill>
                  <a:srgbClr val="171D18">
                    <a:alpha val="99000"/>
                  </a:srgbClr>
                </a:solidFill>
                <a:latin typeface="Noto Sans KR" pitchFamily="34" charset="0"/>
                <a:ea typeface="Noto Sans KR" pitchFamily="34" charset="-122"/>
                <a:cs typeface="Noto Sans KR" pitchFamily="34" charset="-120"/>
              </a:rPr>
              <a:t>포레스트 컨트리클럽</a:t>
            </a:r>
            <a:endParaRPr lang="en-US" sz="534" dirty="0"/>
          </a:p>
        </p:txBody>
      </p:sp>
      <p:sp>
        <p:nvSpPr>
          <p:cNvPr id="129" name="Text 93"/>
          <p:cNvSpPr/>
          <p:nvPr/>
        </p:nvSpPr>
        <p:spPr>
          <a:xfrm>
            <a:off x="2066925" y="4395788"/>
            <a:ext cx="542925" cy="66675"/>
          </a:xfrm>
          <a:prstGeom prst="rect">
            <a:avLst/>
          </a:prstGeom>
          <a:noFill/>
          <a:ln/>
        </p:spPr>
        <p:txBody>
          <a:bodyPr wrap="square" lIns="0" tIns="0" rIns="0" bIns="0" rtlCol="0" anchor="t"/>
          <a:lstStyle/>
          <a:p>
            <a:pPr algn="l" indent="0" marL="0">
              <a:lnSpc>
                <a:spcPts val="513"/>
              </a:lnSpc>
              <a:buNone/>
            </a:pPr>
            <a:r>
              <a:rPr lang="en-US" sz="427" dirty="0">
                <a:solidFill>
                  <a:srgbClr val="6D746F">
                    <a:alpha val="99000"/>
                  </a:srgbClr>
                </a:solidFill>
                <a:latin typeface="Noto Sans KR" pitchFamily="34" charset="0"/>
                <a:ea typeface="Noto Sans KR" pitchFamily="34" charset="-122"/>
                <a:cs typeface="Noto Sans KR" pitchFamily="34" charset="-120"/>
              </a:rPr>
              <a:t>경기 이천 · 18홀 · 4인</a:t>
            </a:r>
            <a:endParaRPr lang="en-US" sz="427" dirty="0"/>
          </a:p>
        </p:txBody>
      </p:sp>
      <p:pic>
        <p:nvPicPr>
          <p:cNvPr id="130" name="Image 34" descr="preencoded.png">    </p:cNvPr>
          <p:cNvPicPr>
            <a:picLocks noChangeAspect="1"/>
          </p:cNvPicPr>
          <p:nvPr/>
        </p:nvPicPr>
        <p:blipFill>
          <a:blip r:embed="rId35"/>
          <a:srcRect l="0" r="0" t="0" b="0"/>
          <a:stretch/>
        </p:blipFill>
        <p:spPr>
          <a:xfrm>
            <a:off x="3676650" y="4324350"/>
            <a:ext cx="414338" cy="114300"/>
          </a:xfrm>
          <a:prstGeom prst="rect">
            <a:avLst/>
          </a:prstGeom>
        </p:spPr>
      </p:pic>
      <p:sp>
        <p:nvSpPr>
          <p:cNvPr id="131" name="Text 94"/>
          <p:cNvSpPr/>
          <p:nvPr/>
        </p:nvSpPr>
        <p:spPr>
          <a:xfrm>
            <a:off x="3729038" y="4352925"/>
            <a:ext cx="190500" cy="57150"/>
          </a:xfrm>
          <a:prstGeom prst="rect">
            <a:avLst/>
          </a:prstGeom>
          <a:noFill/>
          <a:ln/>
        </p:spPr>
        <p:txBody>
          <a:bodyPr wrap="square" lIns="0" tIns="0" rIns="0" bIns="0" rtlCol="0" anchor="t"/>
          <a:lstStyle/>
          <a:p>
            <a:pPr algn="l" indent="0" marL="0">
              <a:lnSpc>
                <a:spcPts val="427"/>
              </a:lnSpc>
              <a:buNone/>
            </a:pPr>
            <a:r>
              <a:rPr lang="en-US" sz="356" dirty="0">
                <a:solidFill>
                  <a:srgbClr val="145B3B">
                    <a:alpha val="99000"/>
                  </a:srgbClr>
                </a:solidFill>
                <a:latin typeface="Noto Sans KR" pitchFamily="34" charset="0"/>
                <a:ea typeface="Noto Sans KR" pitchFamily="34" charset="-122"/>
                <a:cs typeface="Noto Sans KR" pitchFamily="34" charset="-120"/>
              </a:rPr>
              <a:t>오후 특가</a:t>
            </a:r>
            <a:endParaRPr lang="en-US" sz="356" dirty="0"/>
          </a:p>
        </p:txBody>
      </p:sp>
      <p:sp>
        <p:nvSpPr>
          <p:cNvPr id="132" name="Text 95"/>
          <p:cNvSpPr/>
          <p:nvPr/>
        </p:nvSpPr>
        <p:spPr>
          <a:xfrm>
            <a:off x="4672013" y="4276725"/>
            <a:ext cx="390525" cy="95250"/>
          </a:xfrm>
          <a:prstGeom prst="rect">
            <a:avLst/>
          </a:prstGeom>
          <a:noFill/>
          <a:ln/>
        </p:spPr>
        <p:txBody>
          <a:bodyPr wrap="square" lIns="0" tIns="0" rIns="0" bIns="0" rtlCol="0" anchor="t"/>
          <a:lstStyle/>
          <a:p>
            <a:pPr algn="l" indent="0" marL="0">
              <a:lnSpc>
                <a:spcPts val="727"/>
              </a:lnSpc>
              <a:buNone/>
            </a:pPr>
            <a:r>
              <a:rPr lang="en-US" sz="606" b="1" dirty="0">
                <a:solidFill>
                  <a:srgbClr val="171D18">
                    <a:alpha val="99000"/>
                  </a:srgbClr>
                </a:solidFill>
                <a:latin typeface="Noto Sans KR" pitchFamily="34" charset="0"/>
                <a:ea typeface="Noto Sans KR" pitchFamily="34" charset="-122"/>
                <a:cs typeface="Noto Sans KR" pitchFamily="34" charset="-120"/>
              </a:rPr>
              <a:t>130,000원</a:t>
            </a:r>
            <a:endParaRPr lang="en-US" sz="606" dirty="0"/>
          </a:p>
        </p:txBody>
      </p:sp>
      <p:sp>
        <p:nvSpPr>
          <p:cNvPr id="133" name="Text 96"/>
          <p:cNvSpPr/>
          <p:nvPr/>
        </p:nvSpPr>
        <p:spPr>
          <a:xfrm>
            <a:off x="4924425" y="4400550"/>
            <a:ext cx="214313" cy="57150"/>
          </a:xfrm>
          <a:prstGeom prst="rect">
            <a:avLst/>
          </a:prstGeom>
          <a:noFill/>
          <a:ln/>
        </p:spPr>
        <p:txBody>
          <a:bodyPr wrap="square" lIns="0" tIns="0" rIns="0" bIns="0" rtlCol="0" anchor="t"/>
          <a:lstStyle/>
          <a:p>
            <a:pPr algn="l" indent="0" marL="0">
              <a:lnSpc>
                <a:spcPts val="427"/>
              </a:lnSpc>
              <a:buNone/>
            </a:pPr>
            <a:r>
              <a:rPr lang="en-US" sz="356" dirty="0">
                <a:solidFill>
                  <a:srgbClr val="6D746F">
                    <a:alpha val="99000"/>
                  </a:srgbClr>
                </a:solidFill>
                <a:latin typeface="Noto Sans KR" pitchFamily="34" charset="0"/>
                <a:ea typeface="Noto Sans KR" pitchFamily="34" charset="-122"/>
                <a:cs typeface="Noto Sans KR" pitchFamily="34" charset="-120"/>
              </a:rPr>
              <a:t>1인 그린피</a:t>
            </a:r>
            <a:endParaRPr lang="en-US" sz="356" dirty="0"/>
          </a:p>
        </p:txBody>
      </p:sp>
      <p:pic>
        <p:nvPicPr>
          <p:cNvPr id="134" name="Image 35" descr="preencoded.png">    </p:cNvPr>
          <p:cNvPicPr>
            <a:picLocks noChangeAspect="1"/>
          </p:cNvPicPr>
          <p:nvPr/>
        </p:nvPicPr>
        <p:blipFill>
          <a:blip r:embed="rId36"/>
          <a:srcRect l="0" r="0" t="0" b="0"/>
          <a:stretch/>
        </p:blipFill>
        <p:spPr>
          <a:xfrm>
            <a:off x="5353050" y="4295775"/>
            <a:ext cx="538163" cy="176213"/>
          </a:xfrm>
          <a:prstGeom prst="rect">
            <a:avLst/>
          </a:prstGeom>
        </p:spPr>
      </p:pic>
      <p:sp>
        <p:nvSpPr>
          <p:cNvPr id="135" name="Text 97"/>
          <p:cNvSpPr/>
          <p:nvPr/>
        </p:nvSpPr>
        <p:spPr>
          <a:xfrm>
            <a:off x="5462588" y="4352925"/>
            <a:ext cx="204788" cy="61912"/>
          </a:xfrm>
          <a:prstGeom prst="rect">
            <a:avLst/>
          </a:prstGeom>
          <a:noFill/>
          <a:ln/>
        </p:spPr>
        <p:txBody>
          <a:bodyPr wrap="square" lIns="0" tIns="0" rIns="0" bIns="0" rtlCol="0" anchor="t"/>
          <a:lstStyle/>
          <a:p>
            <a:pPr algn="l" indent="0" marL="0">
              <a:lnSpc>
                <a:spcPts val="470"/>
              </a:lnSpc>
              <a:buNone/>
            </a:pPr>
            <a:r>
              <a:rPr lang="en-US" sz="392" b="1" dirty="0">
                <a:solidFill>
                  <a:srgbClr val="171D18">
                    <a:alpha val="99000"/>
                  </a:srgbClr>
                </a:solidFill>
                <a:latin typeface="Noto Sans KR" pitchFamily="34" charset="0"/>
                <a:ea typeface="Noto Sans KR" pitchFamily="34" charset="-122"/>
                <a:cs typeface="Noto Sans KR" pitchFamily="34" charset="-120"/>
              </a:rPr>
              <a:t>상세 보기 </a:t>
            </a:r>
            <a:endParaRPr lang="en-US" sz="392" dirty="0"/>
          </a:p>
        </p:txBody>
      </p:sp>
      <p:pic>
        <p:nvPicPr>
          <p:cNvPr id="136" name="Image 36" descr="preencoded.png">    </p:cNvPr>
          <p:cNvPicPr>
            <a:picLocks noChangeAspect="1"/>
          </p:cNvPicPr>
          <p:nvPr/>
        </p:nvPicPr>
        <p:blipFill>
          <a:blip r:embed="rId37"/>
          <a:srcRect l="0" r="0" t="0" b="0"/>
          <a:stretch/>
        </p:blipFill>
        <p:spPr>
          <a:xfrm>
            <a:off x="6115050" y="1409700"/>
            <a:ext cx="1581150" cy="3143250"/>
          </a:xfrm>
          <a:prstGeom prst="rect">
            <a:avLst/>
          </a:prstGeom>
        </p:spPr>
      </p:pic>
      <p:sp>
        <p:nvSpPr>
          <p:cNvPr id="137" name="Text 98"/>
          <p:cNvSpPr/>
          <p:nvPr/>
        </p:nvSpPr>
        <p:spPr>
          <a:xfrm>
            <a:off x="6229350" y="1509713"/>
            <a:ext cx="280988" cy="61912"/>
          </a:xfrm>
          <a:prstGeom prst="rect">
            <a:avLst/>
          </a:prstGeom>
          <a:noFill/>
          <a:ln/>
        </p:spPr>
        <p:txBody>
          <a:bodyPr wrap="square" lIns="0" tIns="0" rIns="0" bIns="0" rtlCol="0" anchor="t"/>
          <a:lstStyle/>
          <a:p>
            <a:pPr algn="l" indent="0" marL="0">
              <a:lnSpc>
                <a:spcPts val="470"/>
              </a:lnSpc>
              <a:buNone/>
            </a:pPr>
            <a:r>
              <a:rPr lang="en-US" sz="392" b="1" dirty="0">
                <a:solidFill>
                  <a:srgbClr val="80CA98">
                    <a:alpha val="99000"/>
                  </a:srgbClr>
                </a:solidFill>
                <a:latin typeface="Noto Sans KR" pitchFamily="34" charset="0"/>
                <a:ea typeface="Noto Sans KR" pitchFamily="34" charset="-122"/>
                <a:cs typeface="Noto Sans KR" pitchFamily="34" charset="-120"/>
              </a:rPr>
              <a:t>MY ROUND</a:t>
            </a:r>
            <a:endParaRPr lang="en-US" sz="392" dirty="0"/>
          </a:p>
        </p:txBody>
      </p:sp>
      <p:sp>
        <p:nvSpPr>
          <p:cNvPr id="138" name="Text 99"/>
          <p:cNvSpPr/>
          <p:nvPr/>
        </p:nvSpPr>
        <p:spPr>
          <a:xfrm>
            <a:off x="6229350" y="1633538"/>
            <a:ext cx="666750" cy="152400"/>
          </a:xfrm>
          <a:prstGeom prst="rect">
            <a:avLst/>
          </a:prstGeom>
          <a:noFill/>
          <a:ln/>
        </p:spPr>
        <p:txBody>
          <a:bodyPr wrap="square" lIns="0" tIns="0" rIns="0" bIns="0" rtlCol="0" anchor="t"/>
          <a:lstStyle/>
          <a:p>
            <a:pPr algn="l" indent="0" marL="0">
              <a:lnSpc>
                <a:spcPts val="1154"/>
              </a:lnSpc>
              <a:buNone/>
            </a:pPr>
            <a:r>
              <a:rPr lang="en-US" sz="962" b="1" dirty="0">
                <a:solidFill>
                  <a:srgbClr val="FFFFFF">
                    <a:alpha val="99000"/>
                  </a:srgbClr>
                </a:solidFill>
                <a:latin typeface="Noto Sans KR" pitchFamily="34" charset="0"/>
                <a:ea typeface="Noto Sans KR" pitchFamily="34" charset="-122"/>
                <a:cs typeface="Noto Sans KR" pitchFamily="34" charset="-120"/>
              </a:rPr>
              <a:t>이번 라운드,</a:t>
            </a:r>
            <a:endParaRPr lang="en-US" sz="962" dirty="0"/>
          </a:p>
        </p:txBody>
      </p:sp>
      <p:sp>
        <p:nvSpPr>
          <p:cNvPr id="139" name="Text 100"/>
          <p:cNvSpPr/>
          <p:nvPr/>
        </p:nvSpPr>
        <p:spPr>
          <a:xfrm>
            <a:off x="6229350" y="1800225"/>
            <a:ext cx="857250" cy="152400"/>
          </a:xfrm>
          <a:prstGeom prst="rect">
            <a:avLst/>
          </a:prstGeom>
          <a:noFill/>
          <a:ln/>
        </p:spPr>
        <p:txBody>
          <a:bodyPr wrap="square" lIns="0" tIns="0" rIns="0" bIns="0" rtlCol="0" anchor="t"/>
          <a:lstStyle/>
          <a:p>
            <a:pPr algn="l" indent="0" marL="0">
              <a:lnSpc>
                <a:spcPts val="1154"/>
              </a:lnSpc>
              <a:buNone/>
            </a:pPr>
            <a:r>
              <a:rPr lang="en-US" sz="962" b="1" dirty="0">
                <a:solidFill>
                  <a:srgbClr val="FFFFFF">
                    <a:alpha val="99000"/>
                  </a:srgbClr>
                </a:solidFill>
                <a:latin typeface="Noto Sans KR" pitchFamily="34" charset="0"/>
                <a:ea typeface="Noto Sans KR" pitchFamily="34" charset="-122"/>
                <a:cs typeface="Noto Sans KR" pitchFamily="34" charset="-120"/>
              </a:rPr>
              <a:t>준비부터 다르게</a:t>
            </a:r>
            <a:endParaRPr lang="en-US" sz="962" dirty="0"/>
          </a:p>
        </p:txBody>
      </p:sp>
      <p:sp>
        <p:nvSpPr>
          <p:cNvPr id="140" name="Text 101"/>
          <p:cNvSpPr/>
          <p:nvPr/>
        </p:nvSpPr>
        <p:spPr>
          <a:xfrm>
            <a:off x="6229350" y="2033588"/>
            <a:ext cx="857250" cy="76200"/>
          </a:xfrm>
          <a:prstGeom prst="rect">
            <a:avLst/>
          </a:prstGeom>
          <a:noFill/>
          <a:ln/>
        </p:spPr>
        <p:txBody>
          <a:bodyPr wrap="square" lIns="0" tIns="0" rIns="0" bIns="0" rtlCol="0" anchor="t"/>
          <a:lstStyle/>
          <a:p>
            <a:pPr algn="l" indent="0" marL="0">
              <a:lnSpc>
                <a:spcPts val="556"/>
              </a:lnSpc>
              <a:buNone/>
            </a:pPr>
            <a:r>
              <a:rPr lang="en-US" sz="463" dirty="0">
                <a:solidFill>
                  <a:srgbClr val="BBC3BC">
                    <a:alpha val="99000"/>
                  </a:srgbClr>
                </a:solidFill>
                <a:latin typeface="Noto Sans KR" pitchFamily="34" charset="0"/>
                <a:ea typeface="Noto Sans KR" pitchFamily="34" charset="-122"/>
                <a:cs typeface="Noto Sans KR" pitchFamily="34" charset="-120"/>
              </a:rPr>
              <a:t>일정과 스윙 목표를 함께 확인하는</a:t>
            </a:r>
            <a:endParaRPr lang="en-US" sz="463" dirty="0"/>
          </a:p>
        </p:txBody>
      </p:sp>
      <p:sp>
        <p:nvSpPr>
          <p:cNvPr id="141" name="Text 102"/>
          <p:cNvSpPr/>
          <p:nvPr/>
        </p:nvSpPr>
        <p:spPr>
          <a:xfrm>
            <a:off x="6229350" y="2143125"/>
            <a:ext cx="614363" cy="76200"/>
          </a:xfrm>
          <a:prstGeom prst="rect">
            <a:avLst/>
          </a:prstGeom>
          <a:noFill/>
          <a:ln/>
        </p:spPr>
        <p:txBody>
          <a:bodyPr wrap="square" lIns="0" tIns="0" rIns="0" bIns="0" rtlCol="0" anchor="t"/>
          <a:lstStyle/>
          <a:p>
            <a:pPr algn="l" indent="0" marL="0">
              <a:lnSpc>
                <a:spcPts val="556"/>
              </a:lnSpc>
              <a:buNone/>
            </a:pPr>
            <a:r>
              <a:rPr lang="en-US" sz="463" dirty="0">
                <a:solidFill>
                  <a:srgbClr val="BBC3BC">
                    <a:alpha val="99000"/>
                  </a:srgbClr>
                </a:solidFill>
                <a:latin typeface="Noto Sans KR" pitchFamily="34" charset="0"/>
                <a:ea typeface="Noto Sans KR" pitchFamily="34" charset="-122"/>
                <a:cs typeface="Noto Sans KR" pitchFamily="34" charset="-120"/>
              </a:rPr>
              <a:t>나만의 라운드 준비 공간</a:t>
            </a:r>
            <a:endParaRPr lang="en-US" sz="463" dirty="0"/>
          </a:p>
        </p:txBody>
      </p:sp>
      <p:pic>
        <p:nvPicPr>
          <p:cNvPr id="142" name="Image 37" descr="preencoded.png">    </p:cNvPr>
          <p:cNvPicPr>
            <a:picLocks noChangeAspect="1"/>
          </p:cNvPicPr>
          <p:nvPr/>
        </p:nvPicPr>
        <p:blipFill>
          <a:blip r:embed="rId38"/>
          <a:srcRect l="0" r="0" t="0" b="0"/>
          <a:stretch/>
        </p:blipFill>
        <p:spPr>
          <a:xfrm>
            <a:off x="6229350" y="2324100"/>
            <a:ext cx="1352550" cy="4763"/>
          </a:xfrm>
          <a:prstGeom prst="rect">
            <a:avLst/>
          </a:prstGeom>
        </p:spPr>
      </p:pic>
      <p:pic>
        <p:nvPicPr>
          <p:cNvPr id="143" name="Image 38" descr="preencoded.png">    </p:cNvPr>
          <p:cNvPicPr>
            <a:picLocks noChangeAspect="1"/>
          </p:cNvPicPr>
          <p:nvPr/>
        </p:nvPicPr>
        <p:blipFill>
          <a:blip r:embed="rId39"/>
          <a:srcRect l="0" r="0" t="0" b="0"/>
          <a:stretch/>
        </p:blipFill>
        <p:spPr>
          <a:xfrm>
            <a:off x="6229350" y="2405063"/>
            <a:ext cx="152400" cy="152400"/>
          </a:xfrm>
          <a:prstGeom prst="rect">
            <a:avLst/>
          </a:prstGeom>
        </p:spPr>
      </p:pic>
      <p:sp>
        <p:nvSpPr>
          <p:cNvPr id="144" name="Text 103"/>
          <p:cNvSpPr/>
          <p:nvPr/>
        </p:nvSpPr>
        <p:spPr>
          <a:xfrm>
            <a:off x="6262688" y="2447925"/>
            <a:ext cx="71438" cy="66675"/>
          </a:xfrm>
          <a:prstGeom prst="rect">
            <a:avLst/>
          </a:prstGeom>
          <a:noFill/>
          <a:ln/>
        </p:spPr>
        <p:txBody>
          <a:bodyPr wrap="square" lIns="0" tIns="0" rIns="0" bIns="0" rtlCol="0" anchor="t"/>
          <a:lstStyle/>
          <a:p>
            <a:pPr algn="l" indent="0" marL="0">
              <a:lnSpc>
                <a:spcPts val="513"/>
              </a:lnSpc>
              <a:buNone/>
            </a:pPr>
            <a:r>
              <a:rPr lang="en-US" sz="427" b="1" dirty="0">
                <a:solidFill>
                  <a:srgbClr val="80CA98">
                    <a:alpha val="99000"/>
                  </a:srgbClr>
                </a:solidFill>
                <a:latin typeface="Noto Sans KR" pitchFamily="34" charset="0"/>
                <a:ea typeface="Noto Sans KR" pitchFamily="34" charset="-122"/>
                <a:cs typeface="Noto Sans KR" pitchFamily="34" charset="-120"/>
              </a:rPr>
              <a:t>01</a:t>
            </a:r>
            <a:endParaRPr lang="en-US" sz="427" dirty="0"/>
          </a:p>
        </p:txBody>
      </p:sp>
      <p:sp>
        <p:nvSpPr>
          <p:cNvPr id="145" name="Text 104"/>
          <p:cNvSpPr/>
          <p:nvPr/>
        </p:nvSpPr>
        <p:spPr>
          <a:xfrm>
            <a:off x="6448425" y="2414588"/>
            <a:ext cx="300038" cy="90488"/>
          </a:xfrm>
          <a:prstGeom prst="rect">
            <a:avLst/>
          </a:prstGeom>
          <a:noFill/>
          <a:ln/>
        </p:spPr>
        <p:txBody>
          <a:bodyPr wrap="square" lIns="0" tIns="0" rIns="0" bIns="0" rtlCol="0" anchor="t"/>
          <a:lstStyle/>
          <a:p>
            <a:pPr algn="l" indent="0" marL="0">
              <a:lnSpc>
                <a:spcPts val="684"/>
              </a:lnSpc>
              <a:buNone/>
            </a:pPr>
            <a:r>
              <a:rPr lang="en-US" sz="570" b="1" dirty="0">
                <a:solidFill>
                  <a:srgbClr val="FFFFFF">
                    <a:alpha val="99000"/>
                  </a:srgbClr>
                </a:solidFill>
                <a:latin typeface="Noto Sans KR" pitchFamily="34" charset="0"/>
                <a:ea typeface="Noto Sans KR" pitchFamily="34" charset="-122"/>
                <a:cs typeface="Noto Sans KR" pitchFamily="34" charset="-120"/>
              </a:rPr>
              <a:t>일정 탐색</a:t>
            </a:r>
            <a:endParaRPr lang="en-US" sz="570" dirty="0"/>
          </a:p>
        </p:txBody>
      </p:sp>
      <p:sp>
        <p:nvSpPr>
          <p:cNvPr id="146" name="Text 105"/>
          <p:cNvSpPr/>
          <p:nvPr/>
        </p:nvSpPr>
        <p:spPr>
          <a:xfrm>
            <a:off x="6448425" y="2547938"/>
            <a:ext cx="604838" cy="66675"/>
          </a:xfrm>
          <a:prstGeom prst="rect">
            <a:avLst/>
          </a:prstGeom>
          <a:noFill/>
          <a:ln/>
        </p:spPr>
        <p:txBody>
          <a:bodyPr wrap="square" lIns="0" tIns="0" rIns="0" bIns="0" rtlCol="0" anchor="t"/>
          <a:lstStyle/>
          <a:p>
            <a:pPr algn="l" indent="0" marL="0">
              <a:lnSpc>
                <a:spcPts val="513"/>
              </a:lnSpc>
              <a:buNone/>
            </a:pPr>
            <a:r>
              <a:rPr lang="en-US" sz="427" dirty="0">
                <a:solidFill>
                  <a:srgbClr val="AAB6AD">
                    <a:alpha val="99000"/>
                  </a:srgbClr>
                </a:solidFill>
                <a:latin typeface="Noto Sans KR" pitchFamily="34" charset="0"/>
                <a:ea typeface="Noto Sans KR" pitchFamily="34" charset="-122"/>
                <a:cs typeface="Noto Sans KR" pitchFamily="34" charset="-120"/>
              </a:rPr>
              <a:t>날짜 · 시간대 · 지역 선택</a:t>
            </a:r>
            <a:endParaRPr lang="en-US" sz="427" dirty="0"/>
          </a:p>
        </p:txBody>
      </p:sp>
      <p:pic>
        <p:nvPicPr>
          <p:cNvPr id="147" name="Image 39" descr="preencoded.png">    </p:cNvPr>
          <p:cNvPicPr>
            <a:picLocks noChangeAspect="1"/>
          </p:cNvPicPr>
          <p:nvPr/>
        </p:nvPicPr>
        <p:blipFill>
          <a:blip r:embed="rId40"/>
          <a:srcRect l="0" r="0" t="0" b="0"/>
          <a:stretch/>
        </p:blipFill>
        <p:spPr>
          <a:xfrm>
            <a:off x="6229350" y="2767013"/>
            <a:ext cx="152400" cy="152400"/>
          </a:xfrm>
          <a:prstGeom prst="rect">
            <a:avLst/>
          </a:prstGeom>
        </p:spPr>
      </p:pic>
      <p:sp>
        <p:nvSpPr>
          <p:cNvPr id="148" name="Text 106"/>
          <p:cNvSpPr/>
          <p:nvPr/>
        </p:nvSpPr>
        <p:spPr>
          <a:xfrm>
            <a:off x="6262688" y="2809875"/>
            <a:ext cx="71438" cy="66675"/>
          </a:xfrm>
          <a:prstGeom prst="rect">
            <a:avLst/>
          </a:prstGeom>
          <a:noFill/>
          <a:ln/>
        </p:spPr>
        <p:txBody>
          <a:bodyPr wrap="square" lIns="0" tIns="0" rIns="0" bIns="0" rtlCol="0" anchor="t"/>
          <a:lstStyle/>
          <a:p>
            <a:pPr algn="l" indent="0" marL="0">
              <a:lnSpc>
                <a:spcPts val="513"/>
              </a:lnSpc>
              <a:buNone/>
            </a:pPr>
            <a:r>
              <a:rPr lang="en-US" sz="427" b="1" dirty="0">
                <a:solidFill>
                  <a:srgbClr val="80CA98">
                    <a:alpha val="99000"/>
                  </a:srgbClr>
                </a:solidFill>
                <a:latin typeface="Noto Sans KR" pitchFamily="34" charset="0"/>
                <a:ea typeface="Noto Sans KR" pitchFamily="34" charset="-122"/>
                <a:cs typeface="Noto Sans KR" pitchFamily="34" charset="-120"/>
              </a:rPr>
              <a:t>02</a:t>
            </a:r>
            <a:endParaRPr lang="en-US" sz="427" dirty="0"/>
          </a:p>
        </p:txBody>
      </p:sp>
      <p:sp>
        <p:nvSpPr>
          <p:cNvPr id="149" name="Text 107"/>
          <p:cNvSpPr/>
          <p:nvPr/>
        </p:nvSpPr>
        <p:spPr>
          <a:xfrm>
            <a:off x="6448425" y="2776538"/>
            <a:ext cx="371475" cy="90488"/>
          </a:xfrm>
          <a:prstGeom prst="rect">
            <a:avLst/>
          </a:prstGeom>
          <a:noFill/>
          <a:ln/>
        </p:spPr>
        <p:txBody>
          <a:bodyPr wrap="square" lIns="0" tIns="0" rIns="0" bIns="0" rtlCol="0" anchor="t"/>
          <a:lstStyle/>
          <a:p>
            <a:pPr algn="l" indent="0" marL="0">
              <a:lnSpc>
                <a:spcPts val="684"/>
              </a:lnSpc>
              <a:buNone/>
            </a:pPr>
            <a:r>
              <a:rPr lang="en-US" sz="570" b="1" dirty="0">
                <a:solidFill>
                  <a:srgbClr val="FFFFFF">
                    <a:alpha val="99000"/>
                  </a:srgbClr>
                </a:solidFill>
                <a:latin typeface="Noto Sans KR" pitchFamily="34" charset="0"/>
                <a:ea typeface="Noto Sans KR" pitchFamily="34" charset="-122"/>
                <a:cs typeface="Noto Sans KR" pitchFamily="34" charset="-120"/>
              </a:rPr>
              <a:t>티타임 비교</a:t>
            </a:r>
            <a:endParaRPr lang="en-US" sz="570" dirty="0"/>
          </a:p>
        </p:txBody>
      </p:sp>
      <p:sp>
        <p:nvSpPr>
          <p:cNvPr id="150" name="Text 108"/>
          <p:cNvSpPr/>
          <p:nvPr/>
        </p:nvSpPr>
        <p:spPr>
          <a:xfrm>
            <a:off x="6448425" y="2909888"/>
            <a:ext cx="604838" cy="66675"/>
          </a:xfrm>
          <a:prstGeom prst="rect">
            <a:avLst/>
          </a:prstGeom>
          <a:noFill/>
          <a:ln/>
        </p:spPr>
        <p:txBody>
          <a:bodyPr wrap="square" lIns="0" tIns="0" rIns="0" bIns="0" rtlCol="0" anchor="t"/>
          <a:lstStyle/>
          <a:p>
            <a:pPr algn="l" indent="0" marL="0">
              <a:lnSpc>
                <a:spcPts val="513"/>
              </a:lnSpc>
              <a:buNone/>
            </a:pPr>
            <a:r>
              <a:rPr lang="en-US" sz="427" dirty="0">
                <a:solidFill>
                  <a:srgbClr val="AAB6AD">
                    <a:alpha val="99000"/>
                  </a:srgbClr>
                </a:solidFill>
                <a:latin typeface="Noto Sans KR" pitchFamily="34" charset="0"/>
                <a:ea typeface="Noto Sans KR" pitchFamily="34" charset="-122"/>
                <a:cs typeface="Noto Sans KR" pitchFamily="34" charset="-120"/>
              </a:rPr>
              <a:t>인원 · 코스 · 그린피 확인</a:t>
            </a:r>
            <a:endParaRPr lang="en-US" sz="427" dirty="0"/>
          </a:p>
        </p:txBody>
      </p:sp>
      <p:pic>
        <p:nvPicPr>
          <p:cNvPr id="151" name="Image 40" descr="preencoded.png">    </p:cNvPr>
          <p:cNvPicPr>
            <a:picLocks noChangeAspect="1"/>
          </p:cNvPicPr>
          <p:nvPr/>
        </p:nvPicPr>
        <p:blipFill>
          <a:blip r:embed="rId41"/>
          <a:srcRect l="0" r="0" t="0" b="0"/>
          <a:stretch/>
        </p:blipFill>
        <p:spPr>
          <a:xfrm>
            <a:off x="6229350" y="3128963"/>
            <a:ext cx="152400" cy="152400"/>
          </a:xfrm>
          <a:prstGeom prst="rect">
            <a:avLst/>
          </a:prstGeom>
        </p:spPr>
      </p:pic>
      <p:sp>
        <p:nvSpPr>
          <p:cNvPr id="152" name="Text 109"/>
          <p:cNvSpPr/>
          <p:nvPr/>
        </p:nvSpPr>
        <p:spPr>
          <a:xfrm>
            <a:off x="6262688" y="3171825"/>
            <a:ext cx="71438" cy="66675"/>
          </a:xfrm>
          <a:prstGeom prst="rect">
            <a:avLst/>
          </a:prstGeom>
          <a:noFill/>
          <a:ln/>
        </p:spPr>
        <p:txBody>
          <a:bodyPr wrap="square" lIns="0" tIns="0" rIns="0" bIns="0" rtlCol="0" anchor="t"/>
          <a:lstStyle/>
          <a:p>
            <a:pPr algn="l" indent="0" marL="0">
              <a:lnSpc>
                <a:spcPts val="513"/>
              </a:lnSpc>
              <a:buNone/>
            </a:pPr>
            <a:r>
              <a:rPr lang="en-US" sz="427" b="1" dirty="0">
                <a:solidFill>
                  <a:srgbClr val="80CA98">
                    <a:alpha val="99000"/>
                  </a:srgbClr>
                </a:solidFill>
                <a:latin typeface="Noto Sans KR" pitchFamily="34" charset="0"/>
                <a:ea typeface="Noto Sans KR" pitchFamily="34" charset="-122"/>
                <a:cs typeface="Noto Sans KR" pitchFamily="34" charset="-120"/>
              </a:rPr>
              <a:t>03</a:t>
            </a:r>
            <a:endParaRPr lang="en-US" sz="427" dirty="0"/>
          </a:p>
        </p:txBody>
      </p:sp>
      <p:sp>
        <p:nvSpPr>
          <p:cNvPr id="153" name="Text 110"/>
          <p:cNvSpPr/>
          <p:nvPr/>
        </p:nvSpPr>
        <p:spPr>
          <a:xfrm>
            <a:off x="6448425" y="3138488"/>
            <a:ext cx="457200" cy="90488"/>
          </a:xfrm>
          <a:prstGeom prst="rect">
            <a:avLst/>
          </a:prstGeom>
          <a:noFill/>
          <a:ln/>
        </p:spPr>
        <p:txBody>
          <a:bodyPr wrap="square" lIns="0" tIns="0" rIns="0" bIns="0" rtlCol="0" anchor="t"/>
          <a:lstStyle/>
          <a:p>
            <a:pPr algn="l" indent="0" marL="0">
              <a:lnSpc>
                <a:spcPts val="684"/>
              </a:lnSpc>
              <a:buNone/>
            </a:pPr>
            <a:r>
              <a:rPr lang="en-US" sz="570" b="1" dirty="0">
                <a:solidFill>
                  <a:srgbClr val="FFFFFF">
                    <a:alpha val="99000"/>
                  </a:srgbClr>
                </a:solidFill>
                <a:latin typeface="Noto Sans KR" pitchFamily="34" charset="0"/>
                <a:ea typeface="Noto Sans KR" pitchFamily="34" charset="-122"/>
                <a:cs typeface="Noto Sans KR" pitchFamily="34" charset="-120"/>
              </a:rPr>
              <a:t>라운드 전 점검</a:t>
            </a:r>
            <a:endParaRPr lang="en-US" sz="570" dirty="0"/>
          </a:p>
        </p:txBody>
      </p:sp>
      <p:sp>
        <p:nvSpPr>
          <p:cNvPr id="154" name="Text 111"/>
          <p:cNvSpPr/>
          <p:nvPr/>
        </p:nvSpPr>
        <p:spPr>
          <a:xfrm>
            <a:off x="6448425" y="3271838"/>
            <a:ext cx="628650" cy="66675"/>
          </a:xfrm>
          <a:prstGeom prst="rect">
            <a:avLst/>
          </a:prstGeom>
          <a:noFill/>
          <a:ln/>
        </p:spPr>
        <p:txBody>
          <a:bodyPr wrap="square" lIns="0" tIns="0" rIns="0" bIns="0" rtlCol="0" anchor="t"/>
          <a:lstStyle/>
          <a:p>
            <a:pPr algn="l" indent="0" marL="0">
              <a:lnSpc>
                <a:spcPts val="513"/>
              </a:lnSpc>
              <a:buNone/>
            </a:pPr>
            <a:r>
              <a:rPr lang="en-US" sz="427" dirty="0">
                <a:solidFill>
                  <a:srgbClr val="AAB6AD">
                    <a:alpha val="99000"/>
                  </a:srgbClr>
                </a:solidFill>
                <a:latin typeface="Noto Sans KR" pitchFamily="34" charset="0"/>
                <a:ea typeface="Noto Sans KR" pitchFamily="34" charset="-122"/>
                <a:cs typeface="Noto Sans KR" pitchFamily="34" charset="-120"/>
              </a:rPr>
              <a:t>AI 코칭으로 연습 목표 정리</a:t>
            </a:r>
            <a:endParaRPr lang="en-US" sz="427" dirty="0"/>
          </a:p>
        </p:txBody>
      </p:sp>
      <p:pic>
        <p:nvPicPr>
          <p:cNvPr id="155" name="Image 41" descr="preencoded.png">    </p:cNvPr>
          <p:cNvPicPr>
            <a:picLocks noChangeAspect="1"/>
          </p:cNvPicPr>
          <p:nvPr/>
        </p:nvPicPr>
        <p:blipFill>
          <a:blip r:embed="rId42"/>
          <a:srcRect l="0" r="0" t="0" b="0"/>
          <a:stretch/>
        </p:blipFill>
        <p:spPr>
          <a:xfrm>
            <a:off x="6229350" y="3586163"/>
            <a:ext cx="1352550" cy="381000"/>
          </a:xfrm>
          <a:prstGeom prst="rect">
            <a:avLst/>
          </a:prstGeom>
        </p:spPr>
      </p:pic>
      <p:sp>
        <p:nvSpPr>
          <p:cNvPr id="156" name="Text 112"/>
          <p:cNvSpPr/>
          <p:nvPr/>
        </p:nvSpPr>
        <p:spPr>
          <a:xfrm>
            <a:off x="6305550" y="3652838"/>
            <a:ext cx="633413" cy="66675"/>
          </a:xfrm>
          <a:prstGeom prst="rect">
            <a:avLst/>
          </a:prstGeom>
          <a:noFill/>
          <a:ln/>
        </p:spPr>
        <p:txBody>
          <a:bodyPr wrap="square" lIns="0" tIns="0" rIns="0" bIns="0" rtlCol="0" anchor="t"/>
          <a:lstStyle/>
          <a:p>
            <a:pPr algn="l" indent="0" marL="0">
              <a:lnSpc>
                <a:spcPts val="513"/>
              </a:lnSpc>
              <a:buNone/>
            </a:pPr>
            <a:r>
              <a:rPr lang="en-US" sz="427" dirty="0">
                <a:solidFill>
                  <a:srgbClr val="A7C8AF">
                    <a:alpha val="99000"/>
                  </a:srgbClr>
                </a:solidFill>
                <a:latin typeface="Noto Sans KR" pitchFamily="34" charset="0"/>
                <a:ea typeface="Noto Sans KR" pitchFamily="34" charset="-122"/>
                <a:cs typeface="Noto Sans KR" pitchFamily="34" charset="-120"/>
              </a:rPr>
              <a:t>라운드 전에 확인할 한 가지</a:t>
            </a:r>
            <a:endParaRPr lang="en-US" sz="427" dirty="0"/>
          </a:p>
        </p:txBody>
      </p:sp>
      <p:sp>
        <p:nvSpPr>
          <p:cNvPr id="157" name="Text 113"/>
          <p:cNvSpPr/>
          <p:nvPr/>
        </p:nvSpPr>
        <p:spPr>
          <a:xfrm>
            <a:off x="6305550" y="3776662"/>
            <a:ext cx="752475" cy="104775"/>
          </a:xfrm>
          <a:prstGeom prst="rect">
            <a:avLst/>
          </a:prstGeom>
          <a:noFill/>
          <a:ln/>
        </p:spPr>
        <p:txBody>
          <a:bodyPr wrap="square" lIns="0" tIns="0" rIns="0" bIns="0" rtlCol="0" anchor="t"/>
          <a:lstStyle/>
          <a:p>
            <a:pPr algn="l" indent="0" marL="0">
              <a:lnSpc>
                <a:spcPts val="770"/>
              </a:lnSpc>
              <a:buNone/>
            </a:pPr>
            <a:r>
              <a:rPr lang="en-US" sz="641" b="1" dirty="0">
                <a:solidFill>
                  <a:srgbClr val="FFFFFF">
                    <a:alpha val="99000"/>
                  </a:srgbClr>
                </a:solidFill>
                <a:latin typeface="Noto Sans KR" pitchFamily="34" charset="0"/>
                <a:ea typeface="Noto Sans KR" pitchFamily="34" charset="-122"/>
                <a:cs typeface="Noto Sans KR" pitchFamily="34" charset="-120"/>
              </a:rPr>
              <a:t>드라이버 방향성 점검</a:t>
            </a:r>
            <a:endParaRPr lang="en-US" sz="641" dirty="0"/>
          </a:p>
        </p:txBody>
      </p:sp>
      <p:pic>
        <p:nvPicPr>
          <p:cNvPr id="158" name="Image 42" descr="preencoded.png">    </p:cNvPr>
          <p:cNvPicPr>
            <a:picLocks noChangeAspect="1"/>
          </p:cNvPicPr>
          <p:nvPr/>
        </p:nvPicPr>
        <p:blipFill>
          <a:blip r:embed="rId43"/>
          <a:srcRect l="0" r="0" t="0" b="0"/>
          <a:stretch/>
        </p:blipFill>
        <p:spPr>
          <a:xfrm>
            <a:off x="6229350" y="4071938"/>
            <a:ext cx="1352550" cy="209550"/>
          </a:xfrm>
          <a:prstGeom prst="rect">
            <a:avLst/>
          </a:prstGeom>
        </p:spPr>
      </p:pic>
      <p:sp>
        <p:nvSpPr>
          <p:cNvPr id="159" name="Text 114"/>
          <p:cNvSpPr/>
          <p:nvPr/>
        </p:nvSpPr>
        <p:spPr>
          <a:xfrm>
            <a:off x="6586538" y="4138613"/>
            <a:ext cx="466725" cy="80963"/>
          </a:xfrm>
          <a:prstGeom prst="rect">
            <a:avLst/>
          </a:prstGeom>
          <a:noFill/>
          <a:ln/>
        </p:spPr>
        <p:txBody>
          <a:bodyPr wrap="square" lIns="0" tIns="0" rIns="0" bIns="0" rtlCol="0" anchor="t"/>
          <a:lstStyle/>
          <a:p>
            <a:pPr algn="l" indent="0" marL="0">
              <a:lnSpc>
                <a:spcPts val="599"/>
              </a:lnSpc>
              <a:buNone/>
            </a:pPr>
            <a:r>
              <a:rPr lang="en-US" sz="499" b="1" dirty="0">
                <a:solidFill>
                  <a:srgbClr val="171D18">
                    <a:alpha val="99000"/>
                  </a:srgbClr>
                </a:solidFill>
                <a:latin typeface="Noto Sans KR" pitchFamily="34" charset="0"/>
                <a:ea typeface="Noto Sans KR" pitchFamily="34" charset="-122"/>
                <a:cs typeface="Noto Sans KR" pitchFamily="34" charset="-120"/>
              </a:rPr>
              <a:t>AI 코치에게 묻기</a:t>
            </a:r>
            <a:endParaRPr lang="en-US" sz="499" dirty="0"/>
          </a:p>
        </p:txBody>
      </p:sp>
      <p:sp>
        <p:nvSpPr>
          <p:cNvPr id="160" name="Text 115"/>
          <p:cNvSpPr/>
          <p:nvPr/>
        </p:nvSpPr>
        <p:spPr>
          <a:xfrm>
            <a:off x="6238875" y="4367213"/>
            <a:ext cx="847725" cy="57150"/>
          </a:xfrm>
          <a:prstGeom prst="rect">
            <a:avLst/>
          </a:prstGeom>
          <a:noFill/>
          <a:ln/>
        </p:spPr>
        <p:txBody>
          <a:bodyPr wrap="square" lIns="0" tIns="0" rIns="0" bIns="0" rtlCol="0" anchor="t"/>
          <a:lstStyle/>
          <a:p>
            <a:pPr algn="l" indent="0" marL="0">
              <a:lnSpc>
                <a:spcPts val="427"/>
              </a:lnSpc>
              <a:buNone/>
            </a:pPr>
            <a:r>
              <a:rPr lang="en-US" sz="356" dirty="0">
                <a:solidFill>
                  <a:srgbClr val="AAB6AD">
                    <a:alpha val="99000"/>
                  </a:srgbClr>
                </a:solidFill>
                <a:latin typeface="Noto Sans KR" pitchFamily="34" charset="0"/>
                <a:ea typeface="Noto Sans KR" pitchFamily="34" charset="-122"/>
                <a:cs typeface="Noto Sans KR" pitchFamily="34" charset="-120"/>
              </a:rPr>
              <a:t>예약·가격·잔여 수량은 예시 데이터입니다.</a:t>
            </a:r>
            <a:endParaRPr lang="en-US" sz="356"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32" y="288036"/>
            <a:ext cx="7406640" cy="198882"/>
          </a:xfrm>
          <a:prstGeom prst="rect">
            <a:avLst/>
          </a:prstGeom>
          <a:noFill/>
          <a:ln/>
        </p:spPr>
      </p:sp>
      <p:sp>
        <p:nvSpPr>
          <p:cNvPr id="4" name="Shape 1"/>
          <p:cNvSpPr/>
          <p:nvPr/>
        </p:nvSpPr>
        <p:spPr>
          <a:xfrm>
            <a:off x="582932" y="288036"/>
            <a:ext cx="7406640" cy="198882"/>
          </a:xfrm>
          <a:prstGeom prst="rect">
            <a:avLst/>
          </a:prstGeom>
          <a:noFill/>
          <a:ln/>
        </p:spPr>
      </p:sp>
      <p:sp>
        <p:nvSpPr>
          <p:cNvPr id="5" name="Text 2"/>
          <p:cNvSpPr/>
          <p:nvPr/>
        </p:nvSpPr>
        <p:spPr>
          <a:xfrm>
            <a:off x="582932" y="288036"/>
            <a:ext cx="7406640" cy="198882"/>
          </a:xfrm>
          <a:prstGeom prst="rect">
            <a:avLst/>
          </a:prstGeom>
          <a:noFill/>
          <a:ln/>
        </p:spPr>
        <p:txBody>
          <a:bodyPr wrap="square" lIns="0" tIns="0" rIns="0" bIns="0" rtlCol="0" anchor="ctr"/>
          <a:lstStyle/>
          <a:p>
            <a:pPr algn="l" indent="0" marL="0">
              <a:lnSpc>
                <a:spcPts val="888"/>
              </a:lnSpc>
              <a:buNone/>
            </a:pPr>
            <a:r>
              <a:rPr lang="en-US" sz="734" b="1" dirty="0">
                <a:solidFill>
                  <a:srgbClr val="707070">
                    <a:alpha val="99000"/>
                  </a:srgbClr>
                </a:solidFill>
                <a:latin typeface="Inter" pitchFamily="34" charset="0"/>
                <a:ea typeface="Inter" pitchFamily="34" charset="-122"/>
                <a:cs typeface="Inter" pitchFamily="34" charset="-120"/>
              </a:rPr>
              <a:t>LEARNING RESULT · PROBLEM SOLVING</a:t>
            </a:r>
            <a:endParaRPr lang="en-US" sz="734" dirty="0"/>
          </a:p>
        </p:txBody>
      </p:sp>
      <p:sp>
        <p:nvSpPr>
          <p:cNvPr id="6" name="Shape 3"/>
          <p:cNvSpPr/>
          <p:nvPr/>
        </p:nvSpPr>
        <p:spPr>
          <a:xfrm>
            <a:off x="582932" y="589788"/>
            <a:ext cx="7989570" cy="459486"/>
          </a:xfrm>
          <a:prstGeom prst="rect">
            <a:avLst/>
          </a:prstGeom>
          <a:noFill/>
          <a:ln/>
        </p:spPr>
      </p:sp>
      <p:sp>
        <p:nvSpPr>
          <p:cNvPr id="7" name="Shape 4"/>
          <p:cNvSpPr/>
          <p:nvPr/>
        </p:nvSpPr>
        <p:spPr>
          <a:xfrm>
            <a:off x="582932" y="589788"/>
            <a:ext cx="7989570" cy="459486"/>
          </a:xfrm>
          <a:prstGeom prst="rect">
            <a:avLst/>
          </a:prstGeom>
          <a:noFill/>
          <a:ln/>
        </p:spPr>
      </p:sp>
      <p:sp>
        <p:nvSpPr>
          <p:cNvPr id="8" name="Text 5"/>
          <p:cNvSpPr/>
          <p:nvPr/>
        </p:nvSpPr>
        <p:spPr>
          <a:xfrm>
            <a:off x="582932" y="589788"/>
            <a:ext cx="7989570" cy="459486"/>
          </a:xfrm>
          <a:prstGeom prst="rect">
            <a:avLst/>
          </a:prstGeom>
          <a:noFill/>
          <a:ln/>
        </p:spPr>
        <p:txBody>
          <a:bodyPr wrap="square" lIns="0" tIns="0" rIns="0" bIns="0" rtlCol="0" anchor="ctr"/>
          <a:lstStyle/>
          <a:p>
            <a:pPr algn="l" indent="0" marL="0">
              <a:lnSpc>
                <a:spcPts val="2673"/>
              </a:lnSpc>
              <a:buNone/>
            </a:pPr>
            <a:r>
              <a:rPr lang="en-US" sz="2209" b="1" dirty="0">
                <a:solidFill>
                  <a:srgbClr val="171717">
                    <a:alpha val="99000"/>
                  </a:srgbClr>
                </a:solidFill>
                <a:latin typeface="Inter" pitchFamily="34" charset="0"/>
                <a:ea typeface="Inter" pitchFamily="34" charset="-122"/>
                <a:cs typeface="Inter" pitchFamily="34" charset="-120"/>
              </a:rPr>
              <a:t>개발 학습 — 문제 정의 · 가설 적용 · 검증</a:t>
            </a:r>
            <a:endParaRPr lang="en-US" sz="2209" dirty="0"/>
          </a:p>
        </p:txBody>
      </p:sp>
      <p:sp>
        <p:nvSpPr>
          <p:cNvPr id="9" name="Shape 6"/>
          <p:cNvSpPr/>
          <p:nvPr/>
        </p:nvSpPr>
        <p:spPr>
          <a:xfrm>
            <a:off x="582932" y="1131570"/>
            <a:ext cx="7975854" cy="0"/>
          </a:xfrm>
          <a:prstGeom prst="rect">
            <a:avLst/>
          </a:prstGeom>
          <a:noFill/>
          <a:ln w="3620">
            <a:solidFill>
              <a:srgbClr val="EDEDED"/>
            </a:solidFill>
            <a:prstDash val="solid"/>
          </a:ln>
        </p:spPr>
      </p:sp>
      <p:sp>
        <p:nvSpPr>
          <p:cNvPr id="10" name="Shape 7"/>
          <p:cNvSpPr/>
          <p:nvPr/>
        </p:nvSpPr>
        <p:spPr>
          <a:xfrm>
            <a:off x="7989568" y="4834890"/>
            <a:ext cx="569214" cy="150876"/>
          </a:xfrm>
          <a:prstGeom prst="rect">
            <a:avLst/>
          </a:prstGeom>
          <a:noFill/>
          <a:ln/>
        </p:spPr>
      </p:sp>
      <p:sp>
        <p:nvSpPr>
          <p:cNvPr id="11" name="Shape 8"/>
          <p:cNvSpPr/>
          <p:nvPr/>
        </p:nvSpPr>
        <p:spPr>
          <a:xfrm>
            <a:off x="7989568" y="4834890"/>
            <a:ext cx="569214" cy="150876"/>
          </a:xfrm>
          <a:prstGeom prst="rect">
            <a:avLst/>
          </a:prstGeom>
          <a:noFill/>
          <a:ln/>
        </p:spPr>
      </p:sp>
      <p:sp>
        <p:nvSpPr>
          <p:cNvPr id="12" name="Text 9"/>
          <p:cNvSpPr/>
          <p:nvPr/>
        </p:nvSpPr>
        <p:spPr>
          <a:xfrm>
            <a:off x="7989568" y="4834890"/>
            <a:ext cx="569214" cy="150876"/>
          </a:xfrm>
          <a:prstGeom prst="rect">
            <a:avLst/>
          </a:prstGeom>
          <a:noFill/>
          <a:ln/>
        </p:spPr>
        <p:txBody>
          <a:bodyPr wrap="square" lIns="0" tIns="0" rIns="0" bIns="0" rtlCol="0" anchor="ctr"/>
          <a:lstStyle/>
          <a:p>
            <a:pPr algn="l" indent="0" marL="0">
              <a:lnSpc>
                <a:spcPts val="897"/>
              </a:lnSpc>
              <a:buNone/>
            </a:pPr>
            <a:r>
              <a:rPr lang="en-US" sz="741" dirty="0">
                <a:solidFill>
                  <a:srgbClr val="707070">
                    <a:alpha val="99000"/>
                  </a:srgbClr>
                </a:solidFill>
                <a:latin typeface="Inter" pitchFamily="34" charset="0"/>
                <a:ea typeface="Inter" pitchFamily="34" charset="-122"/>
                <a:cs typeface="Inter" pitchFamily="34" charset="-120"/>
              </a:rPr>
              <a:t>05 / 18</a:t>
            </a:r>
            <a:endParaRPr lang="en-US" sz="741" dirty="0"/>
          </a:p>
        </p:txBody>
      </p:sp>
      <p:sp>
        <p:nvSpPr>
          <p:cNvPr id="13" name="Shape 10"/>
          <p:cNvSpPr/>
          <p:nvPr/>
        </p:nvSpPr>
        <p:spPr>
          <a:xfrm>
            <a:off x="582932" y="1549908"/>
            <a:ext cx="2414016" cy="2660904"/>
          </a:xfrm>
          <a:prstGeom prst="roundRect">
            <a:avLst/>
          </a:prstGeom>
          <a:solidFill>
            <a:srgbClr val="FFFFFF"/>
          </a:solidFill>
          <a:ln w="3620">
            <a:solidFill>
              <a:srgbClr val="DFDFDF"/>
            </a:solidFill>
            <a:prstDash val="solid"/>
          </a:ln>
        </p:spPr>
      </p:sp>
      <p:sp>
        <p:nvSpPr>
          <p:cNvPr id="14" name="Shape 11"/>
          <p:cNvSpPr/>
          <p:nvPr/>
        </p:nvSpPr>
        <p:spPr>
          <a:xfrm>
            <a:off x="768097" y="1741932"/>
            <a:ext cx="82296" cy="82296"/>
          </a:xfrm>
          <a:prstGeom prst="ellipse">
            <a:avLst/>
          </a:prstGeom>
          <a:solidFill>
            <a:srgbClr val="3ECF8E"/>
          </a:solidFill>
          <a:ln w="4524">
            <a:solidFill>
              <a:srgbClr val="3ECF8E">
                <a:alpha val="0"/>
              </a:srgbClr>
            </a:solidFill>
            <a:prstDash val="solid"/>
          </a:ln>
        </p:spPr>
      </p:sp>
      <p:sp>
        <p:nvSpPr>
          <p:cNvPr id="15" name="Shape 12"/>
          <p:cNvSpPr/>
          <p:nvPr/>
        </p:nvSpPr>
        <p:spPr>
          <a:xfrm>
            <a:off x="768097" y="2516886"/>
            <a:ext cx="2043684" cy="425196"/>
          </a:xfrm>
          <a:prstGeom prst="rect">
            <a:avLst/>
          </a:prstGeom>
          <a:noFill/>
          <a:ln/>
        </p:spPr>
      </p:sp>
      <p:sp>
        <p:nvSpPr>
          <p:cNvPr id="16" name="Shape 13"/>
          <p:cNvSpPr/>
          <p:nvPr/>
        </p:nvSpPr>
        <p:spPr>
          <a:xfrm>
            <a:off x="768097" y="2516886"/>
            <a:ext cx="2043684" cy="425196"/>
          </a:xfrm>
          <a:prstGeom prst="rect">
            <a:avLst/>
          </a:prstGeom>
          <a:noFill/>
          <a:ln/>
        </p:spPr>
      </p:sp>
      <p:sp>
        <p:nvSpPr>
          <p:cNvPr id="17" name="Text 14"/>
          <p:cNvSpPr/>
          <p:nvPr/>
        </p:nvSpPr>
        <p:spPr>
          <a:xfrm>
            <a:off x="768097" y="2516886"/>
            <a:ext cx="2043684" cy="425196"/>
          </a:xfrm>
          <a:prstGeom prst="rect">
            <a:avLst/>
          </a:prstGeom>
          <a:noFill/>
          <a:ln/>
        </p:spPr>
        <p:txBody>
          <a:bodyPr wrap="square" lIns="0" tIns="0" rIns="0" bIns="0" rtlCol="0" anchor="ctr"/>
          <a:lstStyle/>
          <a:p>
            <a:pPr algn="l" indent="0" marL="0">
              <a:lnSpc>
                <a:spcPts val="1638"/>
              </a:lnSpc>
              <a:buNone/>
            </a:pPr>
            <a:r>
              <a:rPr lang="en-US" sz="1354" b="1" dirty="0">
                <a:solidFill>
                  <a:srgbClr val="171717">
                    <a:alpha val="99000"/>
                  </a:srgbClr>
                </a:solidFill>
                <a:latin typeface="Inter" pitchFamily="34" charset="0"/>
                <a:ea typeface="Inter" pitchFamily="34" charset="-122"/>
                <a:cs typeface="Inter" pitchFamily="34" charset="-120"/>
              </a:rPr>
              <a:t>문제 정의</a:t>
            </a:r>
            <a:endParaRPr lang="en-US" sz="1354" dirty="0"/>
          </a:p>
        </p:txBody>
      </p:sp>
      <p:sp>
        <p:nvSpPr>
          <p:cNvPr id="18" name="Shape 15"/>
          <p:cNvSpPr/>
          <p:nvPr/>
        </p:nvSpPr>
        <p:spPr>
          <a:xfrm>
            <a:off x="3374138" y="1549908"/>
            <a:ext cx="2414016" cy="2660904"/>
          </a:xfrm>
          <a:prstGeom prst="roundRect">
            <a:avLst/>
          </a:prstGeom>
          <a:solidFill>
            <a:srgbClr val="1C1C1C"/>
          </a:solidFill>
          <a:ln w="3620">
            <a:solidFill>
              <a:srgbClr val="1C1C1C"/>
            </a:solidFill>
            <a:prstDash val="solid"/>
          </a:ln>
        </p:spPr>
      </p:sp>
      <p:sp>
        <p:nvSpPr>
          <p:cNvPr id="19" name="Shape 16"/>
          <p:cNvSpPr/>
          <p:nvPr/>
        </p:nvSpPr>
        <p:spPr>
          <a:xfrm>
            <a:off x="3559304" y="1741932"/>
            <a:ext cx="82296" cy="82296"/>
          </a:xfrm>
          <a:prstGeom prst="ellipse">
            <a:avLst/>
          </a:prstGeom>
          <a:solidFill>
            <a:srgbClr val="3ECF8E"/>
          </a:solidFill>
          <a:ln w="4524">
            <a:solidFill>
              <a:srgbClr val="3ECF8E">
                <a:alpha val="0"/>
              </a:srgbClr>
            </a:solidFill>
            <a:prstDash val="solid"/>
          </a:ln>
        </p:spPr>
      </p:sp>
      <p:sp>
        <p:nvSpPr>
          <p:cNvPr id="20" name="Shape 17"/>
          <p:cNvSpPr/>
          <p:nvPr/>
        </p:nvSpPr>
        <p:spPr>
          <a:xfrm>
            <a:off x="3559304" y="2516886"/>
            <a:ext cx="2043684" cy="425196"/>
          </a:xfrm>
          <a:prstGeom prst="rect">
            <a:avLst/>
          </a:prstGeom>
          <a:noFill/>
          <a:ln/>
        </p:spPr>
      </p:sp>
      <p:sp>
        <p:nvSpPr>
          <p:cNvPr id="21" name="Shape 18"/>
          <p:cNvSpPr/>
          <p:nvPr/>
        </p:nvSpPr>
        <p:spPr>
          <a:xfrm>
            <a:off x="3559304" y="2516886"/>
            <a:ext cx="2043684" cy="425196"/>
          </a:xfrm>
          <a:prstGeom prst="rect">
            <a:avLst/>
          </a:prstGeom>
          <a:noFill/>
          <a:ln/>
        </p:spPr>
      </p:sp>
      <p:sp>
        <p:nvSpPr>
          <p:cNvPr id="22" name="Text 19"/>
          <p:cNvSpPr/>
          <p:nvPr/>
        </p:nvSpPr>
        <p:spPr>
          <a:xfrm>
            <a:off x="3559304" y="2516886"/>
            <a:ext cx="2043684" cy="425196"/>
          </a:xfrm>
          <a:prstGeom prst="rect">
            <a:avLst/>
          </a:prstGeom>
          <a:noFill/>
          <a:ln/>
        </p:spPr>
        <p:txBody>
          <a:bodyPr wrap="square" lIns="0" tIns="0" rIns="0" bIns="0" rtlCol="0" anchor="ctr"/>
          <a:lstStyle/>
          <a:p>
            <a:pPr algn="l" indent="0" marL="0">
              <a:lnSpc>
                <a:spcPts val="1638"/>
              </a:lnSpc>
              <a:buNone/>
            </a:pPr>
            <a:r>
              <a:rPr lang="en-US" sz="1354" b="1" dirty="0">
                <a:solidFill>
                  <a:srgbClr val="FFFFFF">
                    <a:alpha val="99000"/>
                  </a:srgbClr>
                </a:solidFill>
                <a:latin typeface="Inter" pitchFamily="34" charset="0"/>
                <a:ea typeface="Inter" pitchFamily="34" charset="-122"/>
                <a:cs typeface="Inter" pitchFamily="34" charset="-120"/>
              </a:rPr>
              <a:t>가설 적용</a:t>
            </a:r>
            <a:endParaRPr lang="en-US" sz="1354" dirty="0"/>
          </a:p>
        </p:txBody>
      </p:sp>
      <p:sp>
        <p:nvSpPr>
          <p:cNvPr id="23" name="Shape 20"/>
          <p:cNvSpPr/>
          <p:nvPr/>
        </p:nvSpPr>
        <p:spPr>
          <a:xfrm>
            <a:off x="6165345" y="1549908"/>
            <a:ext cx="2414016" cy="2660904"/>
          </a:xfrm>
          <a:prstGeom prst="roundRect">
            <a:avLst/>
          </a:prstGeom>
          <a:solidFill>
            <a:srgbClr val="FFFFFF"/>
          </a:solidFill>
          <a:ln w="3620">
            <a:solidFill>
              <a:srgbClr val="DFDFDF"/>
            </a:solidFill>
            <a:prstDash val="solid"/>
          </a:ln>
        </p:spPr>
      </p:sp>
      <p:sp>
        <p:nvSpPr>
          <p:cNvPr id="24" name="Shape 21"/>
          <p:cNvSpPr/>
          <p:nvPr/>
        </p:nvSpPr>
        <p:spPr>
          <a:xfrm>
            <a:off x="6350505" y="1741932"/>
            <a:ext cx="82296" cy="82296"/>
          </a:xfrm>
          <a:prstGeom prst="ellipse">
            <a:avLst/>
          </a:prstGeom>
          <a:solidFill>
            <a:srgbClr val="3ECF8E"/>
          </a:solidFill>
          <a:ln w="4524">
            <a:solidFill>
              <a:srgbClr val="3ECF8E">
                <a:alpha val="0"/>
              </a:srgbClr>
            </a:solidFill>
            <a:prstDash val="solid"/>
          </a:ln>
        </p:spPr>
      </p:sp>
      <p:sp>
        <p:nvSpPr>
          <p:cNvPr id="25" name="Shape 22"/>
          <p:cNvSpPr/>
          <p:nvPr/>
        </p:nvSpPr>
        <p:spPr>
          <a:xfrm>
            <a:off x="6350505" y="2516886"/>
            <a:ext cx="2043684" cy="425196"/>
          </a:xfrm>
          <a:prstGeom prst="rect">
            <a:avLst/>
          </a:prstGeom>
          <a:noFill/>
          <a:ln/>
        </p:spPr>
      </p:sp>
      <p:sp>
        <p:nvSpPr>
          <p:cNvPr id="26" name="Shape 23"/>
          <p:cNvSpPr/>
          <p:nvPr/>
        </p:nvSpPr>
        <p:spPr>
          <a:xfrm>
            <a:off x="6350505" y="2516886"/>
            <a:ext cx="2043684" cy="425196"/>
          </a:xfrm>
          <a:prstGeom prst="rect">
            <a:avLst/>
          </a:prstGeom>
          <a:noFill/>
          <a:ln/>
        </p:spPr>
      </p:sp>
      <p:sp>
        <p:nvSpPr>
          <p:cNvPr id="27" name="Text 24"/>
          <p:cNvSpPr/>
          <p:nvPr/>
        </p:nvSpPr>
        <p:spPr>
          <a:xfrm>
            <a:off x="6350505" y="2516886"/>
            <a:ext cx="2043684" cy="425196"/>
          </a:xfrm>
          <a:prstGeom prst="rect">
            <a:avLst/>
          </a:prstGeom>
          <a:noFill/>
          <a:ln/>
        </p:spPr>
        <p:txBody>
          <a:bodyPr wrap="square" lIns="0" tIns="0" rIns="0" bIns="0" rtlCol="0" anchor="ctr"/>
          <a:lstStyle/>
          <a:p>
            <a:pPr algn="l" indent="0" marL="0">
              <a:lnSpc>
                <a:spcPts val="1638"/>
              </a:lnSpc>
              <a:buNone/>
            </a:pPr>
            <a:r>
              <a:rPr lang="en-US" sz="1354" b="1" dirty="0">
                <a:solidFill>
                  <a:srgbClr val="171717">
                    <a:alpha val="99000"/>
                  </a:srgbClr>
                </a:solidFill>
                <a:latin typeface="Inter" pitchFamily="34" charset="0"/>
                <a:ea typeface="Inter" pitchFamily="34" charset="-122"/>
                <a:cs typeface="Inter" pitchFamily="34" charset="-120"/>
              </a:rPr>
              <a:t>검증 · 수정</a:t>
            </a:r>
            <a:endParaRPr lang="en-US" sz="1354" dirty="0"/>
          </a:p>
        </p:txBody>
      </p:sp>
      <p:sp>
        <p:nvSpPr>
          <p:cNvPr id="28" name="Shape 25"/>
          <p:cNvSpPr/>
          <p:nvPr/>
        </p:nvSpPr>
        <p:spPr>
          <a:xfrm>
            <a:off x="3038094" y="2626614"/>
            <a:ext cx="260604" cy="288036"/>
          </a:xfrm>
          <a:prstGeom prst="rect">
            <a:avLst/>
          </a:prstGeom>
          <a:noFill/>
          <a:ln/>
        </p:spPr>
      </p:sp>
      <p:sp>
        <p:nvSpPr>
          <p:cNvPr id="29" name="Shape 26"/>
          <p:cNvSpPr/>
          <p:nvPr/>
        </p:nvSpPr>
        <p:spPr>
          <a:xfrm>
            <a:off x="3038094" y="2626614"/>
            <a:ext cx="260604" cy="288036"/>
          </a:xfrm>
          <a:prstGeom prst="rect">
            <a:avLst/>
          </a:prstGeom>
          <a:noFill/>
          <a:ln/>
        </p:spPr>
      </p:sp>
      <p:sp>
        <p:nvSpPr>
          <p:cNvPr id="30" name="Text 27"/>
          <p:cNvSpPr/>
          <p:nvPr/>
        </p:nvSpPr>
        <p:spPr>
          <a:xfrm>
            <a:off x="3038094" y="2626614"/>
            <a:ext cx="260604"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31" name="Shape 28"/>
          <p:cNvSpPr/>
          <p:nvPr/>
        </p:nvSpPr>
        <p:spPr>
          <a:xfrm>
            <a:off x="5829300" y="2626614"/>
            <a:ext cx="260604" cy="288036"/>
          </a:xfrm>
          <a:prstGeom prst="rect">
            <a:avLst/>
          </a:prstGeom>
          <a:noFill/>
          <a:ln/>
        </p:spPr>
      </p:sp>
      <p:sp>
        <p:nvSpPr>
          <p:cNvPr id="32" name="Shape 29"/>
          <p:cNvSpPr/>
          <p:nvPr/>
        </p:nvSpPr>
        <p:spPr>
          <a:xfrm>
            <a:off x="5829300" y="2626614"/>
            <a:ext cx="260604" cy="288036"/>
          </a:xfrm>
          <a:prstGeom prst="rect">
            <a:avLst/>
          </a:prstGeom>
          <a:noFill/>
          <a:ln/>
        </p:spPr>
      </p:sp>
      <p:sp>
        <p:nvSpPr>
          <p:cNvPr id="33" name="Text 30"/>
          <p:cNvSpPr/>
          <p:nvPr/>
        </p:nvSpPr>
        <p:spPr>
          <a:xfrm>
            <a:off x="5829300" y="2626614"/>
            <a:ext cx="260604"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34" name="Shape 31"/>
          <p:cNvSpPr/>
          <p:nvPr/>
        </p:nvSpPr>
        <p:spPr>
          <a:xfrm>
            <a:off x="1700785" y="4443984"/>
            <a:ext cx="5740146" cy="246888"/>
          </a:xfrm>
          <a:prstGeom prst="roundRect">
            <a:avLst/>
          </a:prstGeom>
          <a:solidFill>
            <a:srgbClr val="FAFAFA"/>
          </a:solidFill>
          <a:ln w="3620">
            <a:solidFill>
              <a:srgbClr val="EDEDED"/>
            </a:solidFill>
            <a:prstDash val="solid"/>
          </a:ln>
        </p:spPr>
      </p:sp>
      <p:sp>
        <p:nvSpPr>
          <p:cNvPr id="35" name="Shape 32"/>
          <p:cNvSpPr/>
          <p:nvPr/>
        </p:nvSpPr>
        <p:spPr>
          <a:xfrm>
            <a:off x="2077975" y="4457700"/>
            <a:ext cx="4978908" cy="212598"/>
          </a:xfrm>
          <a:prstGeom prst="rect">
            <a:avLst/>
          </a:prstGeom>
          <a:noFill/>
          <a:ln/>
        </p:spPr>
      </p:sp>
      <p:sp>
        <p:nvSpPr>
          <p:cNvPr id="36" name="Shape 33"/>
          <p:cNvSpPr/>
          <p:nvPr/>
        </p:nvSpPr>
        <p:spPr>
          <a:xfrm>
            <a:off x="2077975" y="4457700"/>
            <a:ext cx="4978908" cy="212598"/>
          </a:xfrm>
          <a:prstGeom prst="rect">
            <a:avLst/>
          </a:prstGeom>
          <a:noFill/>
          <a:ln/>
        </p:spPr>
      </p:sp>
      <p:sp>
        <p:nvSpPr>
          <p:cNvPr id="37" name="Text 34"/>
          <p:cNvSpPr/>
          <p:nvPr/>
        </p:nvSpPr>
        <p:spPr>
          <a:xfrm>
            <a:off x="2077975" y="4457700"/>
            <a:ext cx="4978908" cy="212598"/>
          </a:xfrm>
          <a:prstGeom prst="rect">
            <a:avLst/>
          </a:prstGeom>
          <a:noFill/>
          <a:ln/>
        </p:spPr>
        <p:txBody>
          <a:bodyPr wrap="square" lIns="0" tIns="0" rIns="0" bIns="0" rtlCol="0" anchor="ctr"/>
          <a:lstStyle/>
          <a:p>
            <a:pPr algn="l" indent="0" marL="0">
              <a:lnSpc>
                <a:spcPts val="1086"/>
              </a:lnSpc>
              <a:buNone/>
            </a:pPr>
            <a:r>
              <a:rPr lang="en-US" sz="898" dirty="0">
                <a:solidFill>
                  <a:srgbClr val="707070">
                    <a:alpha val="99000"/>
                  </a:srgbClr>
                </a:solidFill>
                <a:latin typeface="Inter" pitchFamily="34" charset="0"/>
                <a:ea typeface="Inter" pitchFamily="34" charset="-122"/>
                <a:cs typeface="Inter" pitchFamily="34" charset="-120"/>
              </a:rPr>
              <a:t>문제 분해 → 원인 가설 → 적용 결과 확인</a:t>
            </a:r>
            <a:endParaRPr lang="en-US" sz="89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32" y="288036"/>
            <a:ext cx="7406640" cy="198882"/>
          </a:xfrm>
          <a:prstGeom prst="rect">
            <a:avLst/>
          </a:prstGeom>
          <a:noFill/>
          <a:ln/>
        </p:spPr>
      </p:sp>
      <p:sp>
        <p:nvSpPr>
          <p:cNvPr id="4" name="Shape 1"/>
          <p:cNvSpPr/>
          <p:nvPr/>
        </p:nvSpPr>
        <p:spPr>
          <a:xfrm>
            <a:off x="582932" y="288036"/>
            <a:ext cx="7406640" cy="198882"/>
          </a:xfrm>
          <a:prstGeom prst="rect">
            <a:avLst/>
          </a:prstGeom>
          <a:noFill/>
          <a:ln/>
        </p:spPr>
      </p:sp>
      <p:sp>
        <p:nvSpPr>
          <p:cNvPr id="5" name="Text 2"/>
          <p:cNvSpPr/>
          <p:nvPr/>
        </p:nvSpPr>
        <p:spPr>
          <a:xfrm>
            <a:off x="582932" y="288036"/>
            <a:ext cx="7406640" cy="198882"/>
          </a:xfrm>
          <a:prstGeom prst="rect">
            <a:avLst/>
          </a:prstGeom>
          <a:noFill/>
          <a:ln/>
        </p:spPr>
        <p:txBody>
          <a:bodyPr wrap="square" lIns="0" tIns="0" rIns="0" bIns="0" rtlCol="0" anchor="ctr"/>
          <a:lstStyle/>
          <a:p>
            <a:pPr algn="l" indent="0" marL="0">
              <a:lnSpc>
                <a:spcPts val="888"/>
              </a:lnSpc>
              <a:buNone/>
            </a:pPr>
            <a:r>
              <a:rPr lang="en-US" sz="734" b="1" dirty="0">
                <a:solidFill>
                  <a:srgbClr val="707070">
                    <a:alpha val="99000"/>
                  </a:srgbClr>
                </a:solidFill>
                <a:latin typeface="Inter" pitchFamily="34" charset="0"/>
                <a:ea typeface="Inter" pitchFamily="34" charset="-122"/>
                <a:cs typeface="Inter" pitchFamily="34" charset="-120"/>
              </a:rPr>
              <a:t>PROJECT REASON · CHATBOT</a:t>
            </a:r>
            <a:endParaRPr lang="en-US" sz="734" dirty="0"/>
          </a:p>
        </p:txBody>
      </p:sp>
      <p:sp>
        <p:nvSpPr>
          <p:cNvPr id="6" name="Shape 3"/>
          <p:cNvSpPr/>
          <p:nvPr/>
        </p:nvSpPr>
        <p:spPr>
          <a:xfrm>
            <a:off x="582932" y="589788"/>
            <a:ext cx="7989570" cy="459486"/>
          </a:xfrm>
          <a:prstGeom prst="rect">
            <a:avLst/>
          </a:prstGeom>
          <a:noFill/>
          <a:ln/>
        </p:spPr>
      </p:sp>
      <p:sp>
        <p:nvSpPr>
          <p:cNvPr id="7" name="Shape 4"/>
          <p:cNvSpPr/>
          <p:nvPr/>
        </p:nvSpPr>
        <p:spPr>
          <a:xfrm>
            <a:off x="582932" y="589788"/>
            <a:ext cx="7989570" cy="459486"/>
          </a:xfrm>
          <a:prstGeom prst="rect">
            <a:avLst/>
          </a:prstGeom>
          <a:noFill/>
          <a:ln/>
        </p:spPr>
      </p:sp>
      <p:sp>
        <p:nvSpPr>
          <p:cNvPr id="8" name="Text 5"/>
          <p:cNvSpPr/>
          <p:nvPr/>
        </p:nvSpPr>
        <p:spPr>
          <a:xfrm>
            <a:off x="582932" y="589788"/>
            <a:ext cx="7989570" cy="459486"/>
          </a:xfrm>
          <a:prstGeom prst="rect">
            <a:avLst/>
          </a:prstGeom>
          <a:noFill/>
          <a:ln/>
        </p:spPr>
        <p:txBody>
          <a:bodyPr wrap="square" lIns="0" tIns="0" rIns="0" bIns="0" rtlCol="0" anchor="ctr"/>
          <a:lstStyle/>
          <a:p>
            <a:pPr algn="l" indent="0" marL="0">
              <a:lnSpc>
                <a:spcPts val="2673"/>
              </a:lnSpc>
              <a:buNone/>
            </a:pPr>
            <a:r>
              <a:rPr lang="en-US" sz="2209" b="1" dirty="0">
                <a:solidFill>
                  <a:srgbClr val="171717">
                    <a:alpha val="99000"/>
                  </a:srgbClr>
                </a:solidFill>
                <a:latin typeface="Inter" pitchFamily="34" charset="0"/>
                <a:ea typeface="Inter" pitchFamily="34" charset="-122"/>
                <a:cs typeface="Inter" pitchFamily="34" charset="-120"/>
              </a:rPr>
              <a:t>메인 도메인 — 챗봇</a:t>
            </a:r>
            <a:endParaRPr lang="en-US" sz="2209" dirty="0"/>
          </a:p>
        </p:txBody>
      </p:sp>
      <p:sp>
        <p:nvSpPr>
          <p:cNvPr id="9" name="Shape 6"/>
          <p:cNvSpPr/>
          <p:nvPr/>
        </p:nvSpPr>
        <p:spPr>
          <a:xfrm>
            <a:off x="582932" y="1131570"/>
            <a:ext cx="7975854" cy="0"/>
          </a:xfrm>
          <a:prstGeom prst="rect">
            <a:avLst/>
          </a:prstGeom>
          <a:noFill/>
          <a:ln w="3620">
            <a:solidFill>
              <a:srgbClr val="EDEDED"/>
            </a:solidFill>
            <a:prstDash val="solid"/>
          </a:ln>
        </p:spPr>
      </p:sp>
      <p:sp>
        <p:nvSpPr>
          <p:cNvPr id="10" name="Shape 7"/>
          <p:cNvSpPr/>
          <p:nvPr/>
        </p:nvSpPr>
        <p:spPr>
          <a:xfrm>
            <a:off x="7989568" y="4834890"/>
            <a:ext cx="569214" cy="150876"/>
          </a:xfrm>
          <a:prstGeom prst="rect">
            <a:avLst/>
          </a:prstGeom>
          <a:noFill/>
          <a:ln/>
        </p:spPr>
      </p:sp>
      <p:sp>
        <p:nvSpPr>
          <p:cNvPr id="11" name="Shape 8"/>
          <p:cNvSpPr/>
          <p:nvPr/>
        </p:nvSpPr>
        <p:spPr>
          <a:xfrm>
            <a:off x="7989568" y="4834890"/>
            <a:ext cx="569214" cy="150876"/>
          </a:xfrm>
          <a:prstGeom prst="rect">
            <a:avLst/>
          </a:prstGeom>
          <a:noFill/>
          <a:ln/>
        </p:spPr>
      </p:sp>
      <p:sp>
        <p:nvSpPr>
          <p:cNvPr id="12" name="Text 9"/>
          <p:cNvSpPr/>
          <p:nvPr/>
        </p:nvSpPr>
        <p:spPr>
          <a:xfrm>
            <a:off x="7989568" y="4834890"/>
            <a:ext cx="569214" cy="150876"/>
          </a:xfrm>
          <a:prstGeom prst="rect">
            <a:avLst/>
          </a:prstGeom>
          <a:noFill/>
          <a:ln/>
        </p:spPr>
        <p:txBody>
          <a:bodyPr wrap="square" lIns="0" tIns="0" rIns="0" bIns="0" rtlCol="0" anchor="ctr"/>
          <a:lstStyle/>
          <a:p>
            <a:pPr algn="l" indent="0" marL="0">
              <a:lnSpc>
                <a:spcPts val="897"/>
              </a:lnSpc>
              <a:buNone/>
            </a:pPr>
            <a:r>
              <a:rPr lang="en-US" sz="741" dirty="0">
                <a:solidFill>
                  <a:srgbClr val="707070">
                    <a:alpha val="99000"/>
                  </a:srgbClr>
                </a:solidFill>
                <a:latin typeface="Inter" pitchFamily="34" charset="0"/>
                <a:ea typeface="Inter" pitchFamily="34" charset="-122"/>
                <a:cs typeface="Inter" pitchFamily="34" charset="-120"/>
              </a:rPr>
              <a:t>08 / 18</a:t>
            </a:r>
            <a:endParaRPr lang="en-US" sz="741" dirty="0"/>
          </a:p>
        </p:txBody>
      </p:sp>
      <p:sp>
        <p:nvSpPr>
          <p:cNvPr id="13" name="Shape 10"/>
          <p:cNvSpPr/>
          <p:nvPr/>
        </p:nvSpPr>
        <p:spPr>
          <a:xfrm>
            <a:off x="912112" y="1529334"/>
            <a:ext cx="7310628" cy="2866644"/>
          </a:xfrm>
          <a:prstGeom prst="roundRect">
            <a:avLst/>
          </a:prstGeom>
          <a:solidFill>
            <a:srgbClr val="FFFFFF"/>
          </a:solidFill>
          <a:ln w="3620">
            <a:solidFill>
              <a:srgbClr val="DFDFDF"/>
            </a:solidFill>
            <a:prstDash val="solid"/>
          </a:ln>
        </p:spPr>
      </p:sp>
      <p:sp>
        <p:nvSpPr>
          <p:cNvPr id="14" name="Shape 11"/>
          <p:cNvSpPr/>
          <p:nvPr/>
        </p:nvSpPr>
        <p:spPr>
          <a:xfrm>
            <a:off x="1186435" y="1762506"/>
            <a:ext cx="82296" cy="82296"/>
          </a:xfrm>
          <a:prstGeom prst="ellipse">
            <a:avLst/>
          </a:prstGeom>
          <a:solidFill>
            <a:srgbClr val="3ECF8E"/>
          </a:solidFill>
          <a:ln w="4524">
            <a:solidFill>
              <a:srgbClr val="3ECF8E">
                <a:alpha val="0"/>
              </a:srgbClr>
            </a:solidFill>
            <a:prstDash val="solid"/>
          </a:ln>
        </p:spPr>
      </p:sp>
      <p:sp>
        <p:nvSpPr>
          <p:cNvPr id="15" name="Shape 12"/>
          <p:cNvSpPr/>
          <p:nvPr/>
        </p:nvSpPr>
        <p:spPr>
          <a:xfrm>
            <a:off x="1385315" y="1666494"/>
            <a:ext cx="4670298" cy="253746"/>
          </a:xfrm>
          <a:prstGeom prst="rect">
            <a:avLst/>
          </a:prstGeom>
          <a:noFill/>
          <a:ln/>
        </p:spPr>
      </p:sp>
      <p:sp>
        <p:nvSpPr>
          <p:cNvPr id="16" name="Shape 13"/>
          <p:cNvSpPr/>
          <p:nvPr/>
        </p:nvSpPr>
        <p:spPr>
          <a:xfrm>
            <a:off x="1385315" y="1666494"/>
            <a:ext cx="4670298" cy="253746"/>
          </a:xfrm>
          <a:prstGeom prst="rect">
            <a:avLst/>
          </a:prstGeom>
          <a:noFill/>
          <a:ln/>
        </p:spPr>
      </p:sp>
      <p:sp>
        <p:nvSpPr>
          <p:cNvPr id="17" name="Text 14"/>
          <p:cNvSpPr/>
          <p:nvPr/>
        </p:nvSpPr>
        <p:spPr>
          <a:xfrm>
            <a:off x="1385315" y="1666494"/>
            <a:ext cx="4670298" cy="253746"/>
          </a:xfrm>
          <a:prstGeom prst="rect">
            <a:avLst/>
          </a:prstGeom>
          <a:noFill/>
          <a:ln/>
        </p:spPr>
        <p:txBody>
          <a:bodyPr wrap="square" lIns="0" tIns="0" rIns="0" bIns="0" rtlCol="0" anchor="ctr"/>
          <a:lstStyle/>
          <a:p>
            <a:pPr algn="l" indent="0" marL="0">
              <a:lnSpc>
                <a:spcPts val="1319"/>
              </a:lnSpc>
              <a:buNone/>
            </a:pPr>
            <a:r>
              <a:rPr lang="en-US" sz="1090" b="1" dirty="0">
                <a:solidFill>
                  <a:srgbClr val="707070">
                    <a:alpha val="99000"/>
                  </a:srgbClr>
                </a:solidFill>
                <a:latin typeface="Inter" pitchFamily="34" charset="0"/>
                <a:ea typeface="Inter" pitchFamily="34" charset="-122"/>
                <a:cs typeface="Inter" pitchFamily="34" charset="-120"/>
              </a:rPr>
              <a:t>영업 역량 · 대화형 고객 접점</a:t>
            </a:r>
            <a:endParaRPr lang="en-US" sz="1090" dirty="0"/>
          </a:p>
        </p:txBody>
      </p:sp>
      <p:sp>
        <p:nvSpPr>
          <p:cNvPr id="18" name="Shape 15"/>
          <p:cNvSpPr/>
          <p:nvPr/>
        </p:nvSpPr>
        <p:spPr>
          <a:xfrm>
            <a:off x="1179575" y="2029968"/>
            <a:ext cx="6768846" cy="0"/>
          </a:xfrm>
          <a:prstGeom prst="rect">
            <a:avLst/>
          </a:prstGeom>
          <a:noFill/>
          <a:ln w="3620">
            <a:solidFill>
              <a:srgbClr val="EDEDED"/>
            </a:solidFill>
            <a:prstDash val="solid"/>
          </a:ln>
        </p:spPr>
      </p:sp>
      <p:sp>
        <p:nvSpPr>
          <p:cNvPr id="19" name="Shape 16"/>
          <p:cNvSpPr/>
          <p:nvPr/>
        </p:nvSpPr>
        <p:spPr>
          <a:xfrm>
            <a:off x="1357885" y="2366010"/>
            <a:ext cx="1892808" cy="1419606"/>
          </a:xfrm>
          <a:prstGeom prst="roundRect">
            <a:avLst/>
          </a:prstGeom>
          <a:solidFill>
            <a:srgbClr val="FAFAFA"/>
          </a:solidFill>
          <a:ln w="3620">
            <a:solidFill>
              <a:srgbClr val="EDEDED"/>
            </a:solidFill>
            <a:prstDash val="solid"/>
          </a:ln>
        </p:spPr>
      </p:sp>
      <p:sp>
        <p:nvSpPr>
          <p:cNvPr id="20" name="Shape 17"/>
          <p:cNvSpPr/>
          <p:nvPr/>
        </p:nvSpPr>
        <p:spPr>
          <a:xfrm>
            <a:off x="1563625" y="2599182"/>
            <a:ext cx="89154" cy="89154"/>
          </a:xfrm>
          <a:prstGeom prst="ellipse">
            <a:avLst/>
          </a:prstGeom>
          <a:solidFill>
            <a:srgbClr val="3ECF8E"/>
          </a:solidFill>
          <a:ln w="4524">
            <a:solidFill>
              <a:srgbClr val="3ECF8E">
                <a:alpha val="0"/>
              </a:srgbClr>
            </a:solidFill>
            <a:prstDash val="solid"/>
          </a:ln>
        </p:spPr>
      </p:sp>
      <p:sp>
        <p:nvSpPr>
          <p:cNvPr id="21" name="Shape 18"/>
          <p:cNvSpPr/>
          <p:nvPr/>
        </p:nvSpPr>
        <p:spPr>
          <a:xfrm>
            <a:off x="1563625" y="2990088"/>
            <a:ext cx="1467612" cy="322326"/>
          </a:xfrm>
          <a:prstGeom prst="rect">
            <a:avLst/>
          </a:prstGeom>
          <a:noFill/>
          <a:ln/>
        </p:spPr>
      </p:sp>
      <p:sp>
        <p:nvSpPr>
          <p:cNvPr id="22" name="Shape 19"/>
          <p:cNvSpPr/>
          <p:nvPr/>
        </p:nvSpPr>
        <p:spPr>
          <a:xfrm>
            <a:off x="1563625" y="2990088"/>
            <a:ext cx="1467612" cy="322326"/>
          </a:xfrm>
          <a:prstGeom prst="rect">
            <a:avLst/>
          </a:prstGeom>
          <a:noFill/>
          <a:ln/>
        </p:spPr>
      </p:sp>
      <p:sp>
        <p:nvSpPr>
          <p:cNvPr id="23" name="Text 20"/>
          <p:cNvSpPr/>
          <p:nvPr/>
        </p:nvSpPr>
        <p:spPr>
          <a:xfrm>
            <a:off x="1563625" y="2990088"/>
            <a:ext cx="1467612" cy="322326"/>
          </a:xfrm>
          <a:prstGeom prst="rect">
            <a:avLst/>
          </a:prstGeom>
          <a:noFill/>
          <a:ln/>
        </p:spPr>
        <p:txBody>
          <a:bodyPr wrap="square" lIns="0" tIns="0" rIns="0" bIns="0" rtlCol="0" anchor="ctr"/>
          <a:lstStyle/>
          <a:p>
            <a:pPr algn="l" indent="0" marL="0">
              <a:lnSpc>
                <a:spcPts val="1725"/>
              </a:lnSpc>
              <a:buNone/>
            </a:pPr>
            <a:r>
              <a:rPr lang="en-US" sz="1425" b="1" dirty="0">
                <a:solidFill>
                  <a:srgbClr val="171717">
                    <a:alpha val="99000"/>
                  </a:srgbClr>
                </a:solidFill>
                <a:latin typeface="Inter" pitchFamily="34" charset="0"/>
                <a:ea typeface="Inter" pitchFamily="34" charset="-122"/>
                <a:cs typeface="Inter" pitchFamily="34" charset="-120"/>
              </a:rPr>
              <a:t>영업 경험</a:t>
            </a:r>
            <a:endParaRPr lang="en-US" sz="1425" dirty="0"/>
          </a:p>
        </p:txBody>
      </p:sp>
      <p:sp>
        <p:nvSpPr>
          <p:cNvPr id="24" name="Shape 21"/>
          <p:cNvSpPr/>
          <p:nvPr/>
        </p:nvSpPr>
        <p:spPr>
          <a:xfrm>
            <a:off x="3456431" y="2366010"/>
            <a:ext cx="1892808" cy="1419606"/>
          </a:xfrm>
          <a:prstGeom prst="roundRect">
            <a:avLst/>
          </a:prstGeom>
          <a:solidFill>
            <a:srgbClr val="1C1C1C"/>
          </a:solidFill>
          <a:ln w="3620">
            <a:solidFill>
              <a:srgbClr val="1C1C1C"/>
            </a:solidFill>
            <a:prstDash val="solid"/>
          </a:ln>
        </p:spPr>
      </p:sp>
      <p:sp>
        <p:nvSpPr>
          <p:cNvPr id="25" name="Shape 22"/>
          <p:cNvSpPr/>
          <p:nvPr/>
        </p:nvSpPr>
        <p:spPr>
          <a:xfrm>
            <a:off x="3662172" y="2599182"/>
            <a:ext cx="89154" cy="89154"/>
          </a:xfrm>
          <a:prstGeom prst="ellipse">
            <a:avLst/>
          </a:prstGeom>
          <a:solidFill>
            <a:srgbClr val="3ECF8E"/>
          </a:solidFill>
          <a:ln w="4524">
            <a:solidFill>
              <a:srgbClr val="3ECF8E">
                <a:alpha val="0"/>
              </a:srgbClr>
            </a:solidFill>
            <a:prstDash val="solid"/>
          </a:ln>
        </p:spPr>
      </p:sp>
      <p:sp>
        <p:nvSpPr>
          <p:cNvPr id="26" name="Shape 23"/>
          <p:cNvSpPr/>
          <p:nvPr/>
        </p:nvSpPr>
        <p:spPr>
          <a:xfrm>
            <a:off x="3662172" y="2990088"/>
            <a:ext cx="1467612" cy="322326"/>
          </a:xfrm>
          <a:prstGeom prst="rect">
            <a:avLst/>
          </a:prstGeom>
          <a:noFill/>
          <a:ln/>
        </p:spPr>
      </p:sp>
      <p:sp>
        <p:nvSpPr>
          <p:cNvPr id="27" name="Shape 24"/>
          <p:cNvSpPr/>
          <p:nvPr/>
        </p:nvSpPr>
        <p:spPr>
          <a:xfrm>
            <a:off x="3662172" y="2990088"/>
            <a:ext cx="1467612" cy="322326"/>
          </a:xfrm>
          <a:prstGeom prst="rect">
            <a:avLst/>
          </a:prstGeom>
          <a:noFill/>
          <a:ln/>
        </p:spPr>
      </p:sp>
      <p:sp>
        <p:nvSpPr>
          <p:cNvPr id="28" name="Text 25"/>
          <p:cNvSpPr/>
          <p:nvPr/>
        </p:nvSpPr>
        <p:spPr>
          <a:xfrm>
            <a:off x="3662172" y="2990088"/>
            <a:ext cx="1467612" cy="322326"/>
          </a:xfrm>
          <a:prstGeom prst="rect">
            <a:avLst/>
          </a:prstGeom>
          <a:noFill/>
          <a:ln/>
        </p:spPr>
        <p:txBody>
          <a:bodyPr wrap="square" lIns="0" tIns="0" rIns="0" bIns="0" rtlCol="0" anchor="ctr"/>
          <a:lstStyle/>
          <a:p>
            <a:pPr algn="l" indent="0" marL="0">
              <a:lnSpc>
                <a:spcPts val="1725"/>
              </a:lnSpc>
              <a:buNone/>
            </a:pPr>
            <a:r>
              <a:rPr lang="en-US" sz="1425" b="1" dirty="0">
                <a:solidFill>
                  <a:srgbClr val="FFFFFF">
                    <a:alpha val="99000"/>
                  </a:srgbClr>
                </a:solidFill>
                <a:latin typeface="Inter" pitchFamily="34" charset="0"/>
                <a:ea typeface="Inter" pitchFamily="34" charset="-122"/>
                <a:cs typeface="Inter" pitchFamily="34" charset="-120"/>
              </a:rPr>
              <a:t>대화형 유입</a:t>
            </a:r>
            <a:endParaRPr lang="en-US" sz="1425" dirty="0"/>
          </a:p>
        </p:txBody>
      </p:sp>
      <p:sp>
        <p:nvSpPr>
          <p:cNvPr id="29" name="Shape 26"/>
          <p:cNvSpPr/>
          <p:nvPr/>
        </p:nvSpPr>
        <p:spPr>
          <a:xfrm>
            <a:off x="5554982" y="2366010"/>
            <a:ext cx="1892808" cy="1419606"/>
          </a:xfrm>
          <a:prstGeom prst="roundRect">
            <a:avLst/>
          </a:prstGeom>
          <a:solidFill>
            <a:srgbClr val="FAFAFA"/>
          </a:solidFill>
          <a:ln w="3620">
            <a:solidFill>
              <a:srgbClr val="EDEDED"/>
            </a:solidFill>
            <a:prstDash val="solid"/>
          </a:ln>
        </p:spPr>
      </p:sp>
      <p:sp>
        <p:nvSpPr>
          <p:cNvPr id="30" name="Shape 27"/>
          <p:cNvSpPr/>
          <p:nvPr/>
        </p:nvSpPr>
        <p:spPr>
          <a:xfrm>
            <a:off x="5760718" y="2599182"/>
            <a:ext cx="89154" cy="89154"/>
          </a:xfrm>
          <a:prstGeom prst="ellipse">
            <a:avLst/>
          </a:prstGeom>
          <a:solidFill>
            <a:srgbClr val="3ECF8E"/>
          </a:solidFill>
          <a:ln w="4524">
            <a:solidFill>
              <a:srgbClr val="3ECF8E">
                <a:alpha val="0"/>
              </a:srgbClr>
            </a:solidFill>
            <a:prstDash val="solid"/>
          </a:ln>
        </p:spPr>
      </p:sp>
      <p:sp>
        <p:nvSpPr>
          <p:cNvPr id="31" name="Shape 28"/>
          <p:cNvSpPr/>
          <p:nvPr/>
        </p:nvSpPr>
        <p:spPr>
          <a:xfrm>
            <a:off x="5760718" y="2990088"/>
            <a:ext cx="1467612" cy="322326"/>
          </a:xfrm>
          <a:prstGeom prst="rect">
            <a:avLst/>
          </a:prstGeom>
          <a:noFill/>
          <a:ln/>
        </p:spPr>
      </p:sp>
      <p:sp>
        <p:nvSpPr>
          <p:cNvPr id="32" name="Shape 29"/>
          <p:cNvSpPr/>
          <p:nvPr/>
        </p:nvSpPr>
        <p:spPr>
          <a:xfrm>
            <a:off x="5760718" y="2990088"/>
            <a:ext cx="1467612" cy="322326"/>
          </a:xfrm>
          <a:prstGeom prst="rect">
            <a:avLst/>
          </a:prstGeom>
          <a:noFill/>
          <a:ln/>
        </p:spPr>
      </p:sp>
      <p:sp>
        <p:nvSpPr>
          <p:cNvPr id="33" name="Text 30"/>
          <p:cNvSpPr/>
          <p:nvPr/>
        </p:nvSpPr>
        <p:spPr>
          <a:xfrm>
            <a:off x="5760718" y="2990088"/>
            <a:ext cx="1467612" cy="322326"/>
          </a:xfrm>
          <a:prstGeom prst="rect">
            <a:avLst/>
          </a:prstGeom>
          <a:noFill/>
          <a:ln/>
        </p:spPr>
        <p:txBody>
          <a:bodyPr wrap="square" lIns="0" tIns="0" rIns="0" bIns="0" rtlCol="0" anchor="ctr"/>
          <a:lstStyle/>
          <a:p>
            <a:pPr algn="l" indent="0" marL="0">
              <a:lnSpc>
                <a:spcPts val="1509"/>
              </a:lnSpc>
              <a:buNone/>
            </a:pPr>
            <a:r>
              <a:rPr lang="en-US" sz="1247" b="1" dirty="0">
                <a:solidFill>
                  <a:srgbClr val="171717">
                    <a:alpha val="99000"/>
                  </a:srgbClr>
                </a:solidFill>
                <a:latin typeface="Inter" pitchFamily="34" charset="0"/>
                <a:ea typeface="Inter" pitchFamily="34" charset="-122"/>
                <a:cs typeface="Inter" pitchFamily="34" charset="-120"/>
              </a:rPr>
              <a:t>고령층 대상 확대</a:t>
            </a:r>
            <a:endParaRPr lang="en-US" sz="124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xmlns:p="http://schemas.openxmlformats.org/presentationml/2006/main" xmlns:a="http://schemas.openxmlformats.org/drawingml/2006/main" xmlns:r="http://schemas.openxmlformats.org/officeDocument/2006/relationships">
        <p:nvPicPr>
          <p:cNvPr id="1001" name="전체 데이터 흐름" descr="전체 데이터 흐름; 기술 페이지 설명 이미지; 확장 설계 구분"/>
          <p:cNvPicPr>
            <a:picLocks noChangeAspect="1"/>
          </p:cNvPicPr>
          <p:nvPr/>
        </p:nvPicPr>
        <p:blipFill>
          <a:blip r:embed="rIdArchitectureDiagram"/>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xmlns:p="http://schemas.openxmlformats.org/presentationml/2006/main" xmlns:a="http://schemas.openxmlformats.org/drawingml/2006/main" xmlns:r="http://schemas.openxmlformats.org/officeDocument/2006/relationships">
        <p:nvPicPr>
          <p:cNvPr id="1001" name="채팅 엔진과 LangGraph" descr="채팅 엔진과 LangGraph; 기술 페이지 설명 이미지; 확장 설계 구분"/>
          <p:cNvPicPr>
            <a:picLocks noChangeAspect="1"/>
          </p:cNvPicPr>
          <p:nvPr/>
        </p:nvPicPr>
        <p:blipFill>
          <a:blip r:embed="rIdArchitectureDiagram"/>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xmlns:p="http://schemas.openxmlformats.org/presentationml/2006/main" xmlns:a="http://schemas.openxmlformats.org/drawingml/2006/main" xmlns:r="http://schemas.openxmlformats.org/officeDocument/2006/relationships">
        <p:nvPicPr>
          <p:cNvPr id="1001" name="단기 메모리 · 장기 메모리" descr="단기 메모리 · 장기 메모리; 기술 페이지 설명 이미지; 확장 설계 구분"/>
          <p:cNvPicPr>
            <a:picLocks noChangeAspect="1"/>
          </p:cNvPicPr>
          <p:nvPr/>
        </p:nvPicPr>
        <p:blipFill>
          <a:blip r:embed="rIdArchitectureDiagram"/>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32" y="288036"/>
            <a:ext cx="5966459" cy="192024"/>
          </a:xfrm>
          <a:prstGeom prst="rect">
            <a:avLst/>
          </a:prstGeom>
          <a:noFill/>
          <a:ln/>
        </p:spPr>
      </p:sp>
      <p:sp>
        <p:nvSpPr>
          <p:cNvPr id="4" name="Shape 1"/>
          <p:cNvSpPr/>
          <p:nvPr/>
        </p:nvSpPr>
        <p:spPr>
          <a:xfrm>
            <a:off x="582932" y="288036"/>
            <a:ext cx="5966459" cy="192024"/>
          </a:xfrm>
          <a:prstGeom prst="rect">
            <a:avLst/>
          </a:prstGeom>
          <a:noFill/>
          <a:ln/>
        </p:spPr>
      </p:sp>
      <p:sp>
        <p:nvSpPr>
          <p:cNvPr id="5" name="Text 2"/>
          <p:cNvSpPr/>
          <p:nvPr/>
        </p:nvSpPr>
        <p:spPr>
          <a:xfrm>
            <a:off x="582932" y="288036"/>
            <a:ext cx="5966459" cy="192024"/>
          </a:xfrm>
          <a:prstGeom prst="rect">
            <a:avLst/>
          </a:prstGeom>
          <a:noFill/>
          <a:ln/>
        </p:spPr>
        <p:txBody>
          <a:bodyPr wrap="square" lIns="0" tIns="0" rIns="0" bIns="0" rtlCol="0" anchor="ctr"/>
          <a:lstStyle/>
          <a:p>
            <a:pPr algn="l" indent="0" marL="0">
              <a:lnSpc>
                <a:spcPts val="905"/>
              </a:lnSpc>
              <a:buNone/>
            </a:pPr>
            <a:r>
              <a:rPr lang="en-US" sz="748" b="1" dirty="0">
                <a:solidFill>
                  <a:srgbClr val="707070">
                    <a:alpha val="99000"/>
                  </a:srgbClr>
                </a:solidFill>
                <a:latin typeface="Inter" pitchFamily="34" charset="0"/>
                <a:ea typeface="Inter" pitchFamily="34" charset="-122"/>
                <a:cs typeface="Inter" pitchFamily="34" charset="-120"/>
              </a:rPr>
              <a:t>TECHNICAL DESIGN · SECTION 04</a:t>
            </a:r>
            <a:endParaRPr lang="en-US" sz="748" dirty="0"/>
          </a:p>
        </p:txBody>
      </p:sp>
      <p:sp>
        <p:nvSpPr>
          <p:cNvPr id="6" name="Shape 3"/>
          <p:cNvSpPr/>
          <p:nvPr/>
        </p:nvSpPr>
        <p:spPr>
          <a:xfrm>
            <a:off x="582932" y="603504"/>
            <a:ext cx="7989570" cy="425196"/>
          </a:xfrm>
          <a:prstGeom prst="rect">
            <a:avLst/>
          </a:prstGeom>
          <a:noFill/>
          <a:ln/>
        </p:spPr>
      </p:sp>
      <p:sp>
        <p:nvSpPr>
          <p:cNvPr id="7" name="Shape 4"/>
          <p:cNvSpPr/>
          <p:nvPr/>
        </p:nvSpPr>
        <p:spPr>
          <a:xfrm>
            <a:off x="582932" y="603504"/>
            <a:ext cx="7989570" cy="425196"/>
          </a:xfrm>
          <a:prstGeom prst="rect">
            <a:avLst/>
          </a:prstGeom>
          <a:noFill/>
          <a:ln/>
        </p:spPr>
      </p:sp>
      <p:sp>
        <p:nvSpPr>
          <p:cNvPr id="8" name="Text 5"/>
          <p:cNvSpPr/>
          <p:nvPr/>
        </p:nvSpPr>
        <p:spPr>
          <a:xfrm>
            <a:off x="582932" y="603504"/>
            <a:ext cx="7989570" cy="425196"/>
          </a:xfrm>
          <a:prstGeom prst="rect">
            <a:avLst/>
          </a:prstGeom>
          <a:noFill/>
          <a:ln/>
        </p:spPr>
        <p:txBody>
          <a:bodyPr wrap="square" lIns="0" tIns="0" rIns="0" bIns="0" rtlCol="0" anchor="ctr"/>
          <a:lstStyle/>
          <a:p>
            <a:pPr algn="l" indent="0" marL="0">
              <a:lnSpc>
                <a:spcPts val="2501"/>
              </a:lnSpc>
              <a:buNone/>
            </a:pPr>
            <a:r>
              <a:rPr lang="en-US" sz="2066" b="1" dirty="0">
                <a:solidFill>
                  <a:srgbClr val="171717">
                    <a:alpha val="99000"/>
                  </a:srgbClr>
                </a:solidFill>
                <a:latin typeface="Inter" pitchFamily="34" charset="0"/>
                <a:ea typeface="Inter" pitchFamily="34" charset="-122"/>
                <a:cs typeface="Inter" pitchFamily="34" charset="-120"/>
              </a:rPr>
              <a:t>RAG · 두 가지 검색</a:t>
            </a:r>
            <a:endParaRPr lang="en-US" sz="2066" dirty="0"/>
          </a:p>
        </p:txBody>
      </p:sp>
      <p:sp>
        <p:nvSpPr>
          <p:cNvPr id="9" name="Shape 6"/>
          <p:cNvSpPr/>
          <p:nvPr/>
        </p:nvSpPr>
        <p:spPr>
          <a:xfrm>
            <a:off x="6473949" y="253746"/>
            <a:ext cx="2084832" cy="274320"/>
          </a:xfrm>
          <a:prstGeom prst="roundRect">
            <a:avLst/>
          </a:prstGeom>
          <a:solidFill>
            <a:srgbClr val="EAF5EE"/>
          </a:solidFill>
          <a:ln w="3167">
            <a:solidFill>
              <a:srgbClr val="E7E7E7"/>
            </a:solidFill>
            <a:prstDash val="solid"/>
          </a:ln>
        </p:spPr>
      </p:sp>
      <p:sp>
        <p:nvSpPr>
          <p:cNvPr id="10" name="Shape 7"/>
          <p:cNvSpPr/>
          <p:nvPr/>
        </p:nvSpPr>
        <p:spPr>
          <a:xfrm>
            <a:off x="6542531" y="274320"/>
            <a:ext cx="1947672" cy="219456"/>
          </a:xfrm>
          <a:prstGeom prst="rect">
            <a:avLst/>
          </a:prstGeom>
          <a:noFill/>
          <a:ln/>
        </p:spPr>
      </p:sp>
      <p:sp>
        <p:nvSpPr>
          <p:cNvPr id="11" name="Shape 8"/>
          <p:cNvSpPr/>
          <p:nvPr/>
        </p:nvSpPr>
        <p:spPr>
          <a:xfrm>
            <a:off x="6542531" y="274320"/>
            <a:ext cx="1947672" cy="219456"/>
          </a:xfrm>
          <a:prstGeom prst="rect">
            <a:avLst/>
          </a:prstGeom>
          <a:noFill/>
          <a:ln/>
        </p:spPr>
      </p:sp>
      <p:sp>
        <p:nvSpPr>
          <p:cNvPr id="12" name="Text 9"/>
          <p:cNvSpPr/>
          <p:nvPr/>
        </p:nvSpPr>
        <p:spPr>
          <a:xfrm>
            <a:off x="6542531" y="274320"/>
            <a:ext cx="1947672" cy="219456"/>
          </a:xfrm>
          <a:prstGeom prst="rect">
            <a:avLst/>
          </a:prstGeom>
          <a:noFill/>
          <a:ln/>
        </p:spPr>
        <p:txBody>
          <a:bodyPr wrap="square" lIns="0" tIns="0" rIns="0" bIns="0" rtlCol="0" anchor="ctr"/>
          <a:lstStyle/>
          <a:p>
            <a:pPr algn="l" indent="0" marL="0">
              <a:lnSpc>
                <a:spcPts val="923"/>
              </a:lnSpc>
              <a:buNone/>
            </a:pPr>
            <a:r>
              <a:rPr lang="en-US" sz="762" b="1" dirty="0">
                <a:solidFill>
                  <a:srgbClr val="24805B">
                    <a:alpha val="99000"/>
                  </a:srgbClr>
                </a:solidFill>
                <a:latin typeface="Inter" pitchFamily="34" charset="0"/>
                <a:ea typeface="Inter" pitchFamily="34" charset="-122"/>
                <a:cs typeface="Inter" pitchFamily="34" charset="-120"/>
              </a:rPr>
              <a:t>검색 연결 설계 · 미구현</a:t>
            </a:r>
            <a:endParaRPr lang="en-US" sz="762" dirty="0"/>
          </a:p>
        </p:txBody>
      </p:sp>
      <p:sp>
        <p:nvSpPr>
          <p:cNvPr id="13" name="Shape 10"/>
          <p:cNvSpPr/>
          <p:nvPr/>
        </p:nvSpPr>
        <p:spPr>
          <a:xfrm>
            <a:off x="7989568" y="4828032"/>
            <a:ext cx="569214" cy="164592"/>
          </a:xfrm>
          <a:prstGeom prst="rect">
            <a:avLst/>
          </a:prstGeom>
          <a:noFill/>
          <a:ln/>
        </p:spPr>
      </p:sp>
      <p:sp>
        <p:nvSpPr>
          <p:cNvPr id="14" name="Shape 11"/>
          <p:cNvSpPr/>
          <p:nvPr/>
        </p:nvSpPr>
        <p:spPr>
          <a:xfrm>
            <a:off x="7989568" y="4828032"/>
            <a:ext cx="569214" cy="164592"/>
          </a:xfrm>
          <a:prstGeom prst="rect">
            <a:avLst/>
          </a:prstGeom>
          <a:noFill/>
          <a:ln/>
        </p:spPr>
      </p:sp>
      <p:sp>
        <p:nvSpPr>
          <p:cNvPr id="15" name="Text 12"/>
          <p:cNvSpPr/>
          <p:nvPr/>
        </p:nvSpPr>
        <p:spPr>
          <a:xfrm>
            <a:off x="7989568" y="4828032"/>
            <a:ext cx="569214" cy="164592"/>
          </a:xfrm>
          <a:prstGeom prst="rect">
            <a:avLst/>
          </a:prstGeom>
          <a:noFill/>
          <a:ln/>
        </p:spPr>
        <p:txBody>
          <a:bodyPr wrap="square" lIns="0" tIns="0" rIns="0" bIns="0" rtlCol="0" anchor="ctr"/>
          <a:lstStyle/>
          <a:p>
            <a:pPr algn="l" indent="0" marL="0">
              <a:lnSpc>
                <a:spcPts val="862"/>
              </a:lnSpc>
              <a:buNone/>
            </a:pPr>
            <a:r>
              <a:rPr lang="en-US" sz="713" dirty="0">
                <a:solidFill>
                  <a:srgbClr val="707070">
                    <a:alpha val="99000"/>
                  </a:srgbClr>
                </a:solidFill>
                <a:latin typeface="Inter" pitchFamily="34" charset="0"/>
                <a:ea typeface="Inter" pitchFamily="34" charset="-122"/>
                <a:cs typeface="Inter" pitchFamily="34" charset="-120"/>
              </a:rPr>
              <a:t>04 / 07</a:t>
            </a:r>
            <a:endParaRPr lang="en-US" sz="713" dirty="0"/>
          </a:p>
        </p:txBody>
      </p:sp>
      <p:sp>
        <p:nvSpPr>
          <p:cNvPr id="16" name="Shape 13"/>
          <p:cNvSpPr/>
          <p:nvPr/>
        </p:nvSpPr>
        <p:spPr>
          <a:xfrm>
            <a:off x="582932" y="1556766"/>
            <a:ext cx="1700784" cy="2475738"/>
          </a:xfrm>
          <a:prstGeom prst="roundRect">
            <a:avLst/>
          </a:prstGeom>
          <a:solidFill>
            <a:srgbClr val="1C1C1C"/>
          </a:solidFill>
          <a:ln w="3167">
            <a:solidFill>
              <a:srgbClr val="1C1C1C"/>
            </a:solidFill>
            <a:prstDash val="solid"/>
          </a:ln>
        </p:spPr>
      </p:sp>
      <p:sp>
        <p:nvSpPr>
          <p:cNvPr id="17" name="Shape 14"/>
          <p:cNvSpPr/>
          <p:nvPr/>
        </p:nvSpPr>
        <p:spPr>
          <a:xfrm>
            <a:off x="754382" y="1865376"/>
            <a:ext cx="1357884" cy="315468"/>
          </a:xfrm>
          <a:prstGeom prst="rect">
            <a:avLst/>
          </a:prstGeom>
          <a:noFill/>
          <a:ln/>
        </p:spPr>
      </p:sp>
      <p:sp>
        <p:nvSpPr>
          <p:cNvPr id="18" name="Shape 15"/>
          <p:cNvSpPr/>
          <p:nvPr/>
        </p:nvSpPr>
        <p:spPr>
          <a:xfrm>
            <a:off x="754382" y="1865376"/>
            <a:ext cx="1357884" cy="315468"/>
          </a:xfrm>
          <a:prstGeom prst="rect">
            <a:avLst/>
          </a:prstGeom>
          <a:noFill/>
          <a:ln/>
        </p:spPr>
      </p:sp>
      <p:sp>
        <p:nvSpPr>
          <p:cNvPr id="19" name="Text 16"/>
          <p:cNvSpPr/>
          <p:nvPr/>
        </p:nvSpPr>
        <p:spPr>
          <a:xfrm>
            <a:off x="754382" y="1865376"/>
            <a:ext cx="1357884" cy="315468"/>
          </a:xfrm>
          <a:prstGeom prst="rect">
            <a:avLst/>
          </a:prstGeom>
          <a:noFill/>
          <a:ln/>
        </p:spPr>
        <p:txBody>
          <a:bodyPr wrap="square" lIns="0" tIns="0" rIns="0" bIns="0" rtlCol="0" anchor="ctr"/>
          <a:lstStyle/>
          <a:p>
            <a:pPr algn="l" indent="0" marL="0">
              <a:lnSpc>
                <a:spcPts val="1811"/>
              </a:lnSpc>
              <a:buNone/>
            </a:pPr>
            <a:r>
              <a:rPr lang="en-US" sz="1496" b="1" dirty="0">
                <a:solidFill>
                  <a:srgbClr val="FFFFFF">
                    <a:alpha val="99000"/>
                  </a:srgbClr>
                </a:solidFill>
                <a:latin typeface="Inter" pitchFamily="34" charset="0"/>
                <a:ea typeface="Inter" pitchFamily="34" charset="-122"/>
                <a:cs typeface="Inter" pitchFamily="34" charset="-120"/>
              </a:rPr>
              <a:t>현재 질문</a:t>
            </a:r>
            <a:endParaRPr lang="en-US" sz="1496" dirty="0"/>
          </a:p>
        </p:txBody>
      </p:sp>
      <p:sp>
        <p:nvSpPr>
          <p:cNvPr id="20" name="Shape 17"/>
          <p:cNvSpPr/>
          <p:nvPr/>
        </p:nvSpPr>
        <p:spPr>
          <a:xfrm>
            <a:off x="754382" y="2551176"/>
            <a:ext cx="1357884" cy="994410"/>
          </a:xfrm>
          <a:prstGeom prst="rect">
            <a:avLst/>
          </a:prstGeom>
          <a:noFill/>
          <a:ln/>
        </p:spPr>
      </p:sp>
      <p:sp>
        <p:nvSpPr>
          <p:cNvPr id="21" name="Shape 18"/>
          <p:cNvSpPr/>
          <p:nvPr/>
        </p:nvSpPr>
        <p:spPr>
          <a:xfrm>
            <a:off x="754382" y="2551176"/>
            <a:ext cx="1357884" cy="994410"/>
          </a:xfrm>
          <a:prstGeom prst="rect">
            <a:avLst/>
          </a:prstGeom>
          <a:noFill/>
          <a:ln/>
        </p:spPr>
      </p:sp>
      <p:sp>
        <p:nvSpPr>
          <p:cNvPr id="22" name="Text 19"/>
          <p:cNvSpPr/>
          <p:nvPr/>
        </p:nvSpPr>
        <p:spPr>
          <a:xfrm>
            <a:off x="754382" y="2551176"/>
            <a:ext cx="1357884" cy="994410"/>
          </a:xfrm>
          <a:prstGeom prst="rect">
            <a:avLst/>
          </a:prstGeom>
          <a:noFill/>
          <a:ln/>
        </p:spPr>
        <p:txBody>
          <a:bodyPr wrap="square" lIns="0" tIns="0" rIns="0" bIns="0" rtlCol="0" anchor="ctr"/>
          <a:lstStyle/>
          <a:p>
            <a:pPr algn="l" indent="0" marL="0">
              <a:lnSpc>
                <a:spcPts val="1466"/>
              </a:lnSpc>
              <a:buNone/>
            </a:pPr>
            <a:r>
              <a:rPr lang="en-US" sz="1211" dirty="0">
                <a:solidFill>
                  <a:srgbClr val="DDDDDD">
                    <a:alpha val="99000"/>
                  </a:srgbClr>
                </a:solidFill>
                <a:latin typeface="Inter" pitchFamily="34" charset="0"/>
                <a:ea typeface="Inter" pitchFamily="34" charset="-122"/>
                <a:cs typeface="Inter" pitchFamily="34" charset="-120"/>
              </a:rPr>
              <a:t>회원</a:t>
            </a:r>
            <a:endParaRPr lang="en-US" sz="1211" dirty="0"/>
          </a:p>
          <a:p>
            <a:pPr algn="l" indent="0" marL="0">
              <a:lnSpc>
                <a:spcPts val="1466"/>
              </a:lnSpc>
              <a:buNone/>
            </a:pPr>
            <a:r>
              <a:rPr lang="en-US" sz="1211" dirty="0">
                <a:solidFill>
                  <a:srgbClr val="DDDDDD">
                    <a:alpha val="99000"/>
                  </a:srgbClr>
                </a:solidFill>
                <a:latin typeface="Inter" pitchFamily="34" charset="0"/>
                <a:ea typeface="Inter" pitchFamily="34" charset="-122"/>
                <a:cs typeface="Inter" pitchFamily="34" charset="-120"/>
              </a:rPr>
              <a:t>문제</a:t>
            </a:r>
            <a:endParaRPr lang="en-US" sz="1211" dirty="0"/>
          </a:p>
          <a:p>
            <a:pPr algn="l" indent="0" marL="0">
              <a:lnSpc>
                <a:spcPts val="1466"/>
              </a:lnSpc>
              <a:buNone/>
            </a:pPr>
            <a:r>
              <a:rPr lang="en-US" sz="1211" dirty="0">
                <a:solidFill>
                  <a:srgbClr val="DDDDDD">
                    <a:alpha val="99000"/>
                  </a:srgbClr>
                </a:solidFill>
                <a:latin typeface="Inter" pitchFamily="34" charset="0"/>
                <a:ea typeface="Inter" pitchFamily="34" charset="-122"/>
                <a:cs typeface="Inter" pitchFamily="34" charset="-120"/>
              </a:rPr>
              <a:t>조건</a:t>
            </a:r>
            <a:endParaRPr lang="en-US" sz="1211" dirty="0"/>
          </a:p>
        </p:txBody>
      </p:sp>
      <p:sp>
        <p:nvSpPr>
          <p:cNvPr id="23" name="Shape 20"/>
          <p:cNvSpPr/>
          <p:nvPr/>
        </p:nvSpPr>
        <p:spPr>
          <a:xfrm>
            <a:off x="2407155" y="2695194"/>
            <a:ext cx="377190" cy="274320"/>
          </a:xfrm>
          <a:prstGeom prst="rect">
            <a:avLst/>
          </a:prstGeom>
          <a:noFill/>
          <a:ln/>
        </p:spPr>
      </p:sp>
      <p:sp>
        <p:nvSpPr>
          <p:cNvPr id="24" name="Shape 21"/>
          <p:cNvSpPr/>
          <p:nvPr/>
        </p:nvSpPr>
        <p:spPr>
          <a:xfrm>
            <a:off x="2407155" y="2695194"/>
            <a:ext cx="377190" cy="274320"/>
          </a:xfrm>
          <a:prstGeom prst="rect">
            <a:avLst/>
          </a:prstGeom>
          <a:noFill/>
          <a:ln/>
        </p:spPr>
      </p:sp>
      <p:sp>
        <p:nvSpPr>
          <p:cNvPr id="25" name="Text 22"/>
          <p:cNvSpPr/>
          <p:nvPr/>
        </p:nvSpPr>
        <p:spPr>
          <a:xfrm>
            <a:off x="2407155" y="2695194"/>
            <a:ext cx="377190" cy="274320"/>
          </a:xfrm>
          <a:prstGeom prst="rect">
            <a:avLst/>
          </a:prstGeom>
          <a:noFill/>
          <a:ln/>
        </p:spPr>
        <p:txBody>
          <a:bodyPr wrap="square" lIns="0" tIns="0" rIns="0" bIns="0" rtlCol="0" anchor="ctr"/>
          <a:lstStyle/>
          <a:p>
            <a:pPr algn="l" indent="0" marL="0">
              <a:lnSpc>
                <a:spcPts val="2156"/>
              </a:lnSpc>
              <a:buNone/>
            </a:pPr>
            <a:r>
              <a:rPr lang="en-US" sz="1781" dirty="0">
                <a:solidFill>
                  <a:srgbClr val="24805B">
                    <a:alpha val="99000"/>
                  </a:srgbClr>
                </a:solidFill>
                <a:latin typeface="Inter" pitchFamily="34" charset="0"/>
                <a:ea typeface="Inter" pitchFamily="34" charset="-122"/>
                <a:cs typeface="Inter" pitchFamily="34" charset="-120"/>
              </a:rPr>
              <a:t>→</a:t>
            </a:r>
            <a:endParaRPr lang="en-US" sz="1781" dirty="0"/>
          </a:p>
        </p:txBody>
      </p:sp>
      <p:sp>
        <p:nvSpPr>
          <p:cNvPr id="26" name="Shape 23"/>
          <p:cNvSpPr/>
          <p:nvPr/>
        </p:nvSpPr>
        <p:spPr>
          <a:xfrm>
            <a:off x="2900930" y="1556766"/>
            <a:ext cx="2818638" cy="1131570"/>
          </a:xfrm>
          <a:prstGeom prst="roundRect">
            <a:avLst/>
          </a:prstGeom>
          <a:solidFill>
            <a:srgbClr val="FAFAFA"/>
          </a:solidFill>
          <a:ln w="3167">
            <a:solidFill>
              <a:srgbClr val="E7E7E7"/>
            </a:solidFill>
            <a:prstDash val="solid"/>
          </a:ln>
        </p:spPr>
      </p:sp>
      <p:sp>
        <p:nvSpPr>
          <p:cNvPr id="27" name="Shape 24"/>
          <p:cNvSpPr/>
          <p:nvPr/>
        </p:nvSpPr>
        <p:spPr>
          <a:xfrm>
            <a:off x="3072380" y="1735074"/>
            <a:ext cx="2475738" cy="308610"/>
          </a:xfrm>
          <a:prstGeom prst="rect">
            <a:avLst/>
          </a:prstGeom>
          <a:noFill/>
          <a:ln/>
        </p:spPr>
      </p:sp>
      <p:sp>
        <p:nvSpPr>
          <p:cNvPr id="28" name="Shape 25"/>
          <p:cNvSpPr/>
          <p:nvPr/>
        </p:nvSpPr>
        <p:spPr>
          <a:xfrm>
            <a:off x="3072380" y="1735074"/>
            <a:ext cx="2475738" cy="308610"/>
          </a:xfrm>
          <a:prstGeom prst="rect">
            <a:avLst/>
          </a:prstGeom>
          <a:noFill/>
          <a:ln/>
        </p:spPr>
      </p:sp>
      <p:sp>
        <p:nvSpPr>
          <p:cNvPr id="29" name="Text 26"/>
          <p:cNvSpPr/>
          <p:nvPr/>
        </p:nvSpPr>
        <p:spPr>
          <a:xfrm>
            <a:off x="3072380" y="1735074"/>
            <a:ext cx="2475738" cy="308610"/>
          </a:xfrm>
          <a:prstGeom prst="rect">
            <a:avLst/>
          </a:prstGeom>
          <a:noFill/>
          <a:ln/>
        </p:spPr>
        <p:txBody>
          <a:bodyPr wrap="square" lIns="0" tIns="0" rIns="0" bIns="0" rtlCol="0" anchor="ctr"/>
          <a:lstStyle/>
          <a:p>
            <a:pPr algn="l" indent="0" marL="0">
              <a:lnSpc>
                <a:spcPts val="1725"/>
              </a:lnSpc>
              <a:buNone/>
            </a:pPr>
            <a:r>
              <a:rPr lang="en-US" sz="1425" b="1" dirty="0">
                <a:solidFill>
                  <a:srgbClr val="171717">
                    <a:alpha val="99000"/>
                  </a:srgbClr>
                </a:solidFill>
                <a:latin typeface="Inter" pitchFamily="34" charset="0"/>
                <a:ea typeface="Inter" pitchFamily="34" charset="-122"/>
                <a:cs typeface="Inter" pitchFamily="34" charset="-120"/>
              </a:rPr>
              <a:t>사용자 기록</a:t>
            </a:r>
            <a:endParaRPr lang="en-US" sz="1425" dirty="0"/>
          </a:p>
        </p:txBody>
      </p:sp>
      <p:sp>
        <p:nvSpPr>
          <p:cNvPr id="30" name="Shape 27"/>
          <p:cNvSpPr/>
          <p:nvPr/>
        </p:nvSpPr>
        <p:spPr>
          <a:xfrm>
            <a:off x="3072380" y="2235708"/>
            <a:ext cx="2475738" cy="315467"/>
          </a:xfrm>
          <a:prstGeom prst="rect">
            <a:avLst/>
          </a:prstGeom>
          <a:noFill/>
          <a:ln/>
        </p:spPr>
      </p:sp>
      <p:sp>
        <p:nvSpPr>
          <p:cNvPr id="31" name="Shape 28"/>
          <p:cNvSpPr/>
          <p:nvPr/>
        </p:nvSpPr>
        <p:spPr>
          <a:xfrm>
            <a:off x="3072380" y="2235708"/>
            <a:ext cx="2475738" cy="315467"/>
          </a:xfrm>
          <a:prstGeom prst="rect">
            <a:avLst/>
          </a:prstGeom>
          <a:noFill/>
          <a:ln/>
        </p:spPr>
      </p:sp>
      <p:sp>
        <p:nvSpPr>
          <p:cNvPr id="32" name="Text 29"/>
          <p:cNvSpPr/>
          <p:nvPr/>
        </p:nvSpPr>
        <p:spPr>
          <a:xfrm>
            <a:off x="3072380" y="2235708"/>
            <a:ext cx="2475738" cy="315467"/>
          </a:xfrm>
          <a:prstGeom prst="rect">
            <a:avLst/>
          </a:prstGeom>
          <a:noFill/>
          <a:ln/>
        </p:spPr>
        <p:txBody>
          <a:bodyPr wrap="square" lIns="0" tIns="0" rIns="0" bIns="0" rtlCol="0" anchor="ctr"/>
          <a:lstStyle/>
          <a:p>
            <a:pPr algn="l" indent="0" marL="0">
              <a:lnSpc>
                <a:spcPts val="1466"/>
              </a:lnSpc>
              <a:buNone/>
            </a:pPr>
            <a:r>
              <a:rPr lang="en-US" sz="1211" dirty="0">
                <a:solidFill>
                  <a:srgbClr val="707070">
                    <a:alpha val="99000"/>
                  </a:srgbClr>
                </a:solidFill>
                <a:latin typeface="Inter" pitchFamily="34" charset="0"/>
                <a:ea typeface="Inter" pitchFamily="34" charset="-122"/>
                <a:cs typeface="Inter" pitchFamily="34" charset="-120"/>
              </a:rPr>
              <a:t>고민 · 목표 · 시도</a:t>
            </a:r>
            <a:endParaRPr lang="en-US" sz="1211" dirty="0"/>
          </a:p>
        </p:txBody>
      </p:sp>
      <p:sp>
        <p:nvSpPr>
          <p:cNvPr id="33" name="Shape 30"/>
          <p:cNvSpPr/>
          <p:nvPr/>
        </p:nvSpPr>
        <p:spPr>
          <a:xfrm>
            <a:off x="2900930" y="2900934"/>
            <a:ext cx="2818638" cy="1131570"/>
          </a:xfrm>
          <a:prstGeom prst="roundRect">
            <a:avLst/>
          </a:prstGeom>
          <a:solidFill>
            <a:srgbClr val="FAFAFA"/>
          </a:solidFill>
          <a:ln w="3167">
            <a:solidFill>
              <a:srgbClr val="E7E7E7"/>
            </a:solidFill>
            <a:prstDash val="solid"/>
          </a:ln>
        </p:spPr>
      </p:sp>
      <p:sp>
        <p:nvSpPr>
          <p:cNvPr id="34" name="Shape 31"/>
          <p:cNvSpPr/>
          <p:nvPr/>
        </p:nvSpPr>
        <p:spPr>
          <a:xfrm>
            <a:off x="3072380" y="3079242"/>
            <a:ext cx="2475738" cy="308610"/>
          </a:xfrm>
          <a:prstGeom prst="rect">
            <a:avLst/>
          </a:prstGeom>
          <a:noFill/>
          <a:ln/>
        </p:spPr>
      </p:sp>
      <p:sp>
        <p:nvSpPr>
          <p:cNvPr id="35" name="Shape 32"/>
          <p:cNvSpPr/>
          <p:nvPr/>
        </p:nvSpPr>
        <p:spPr>
          <a:xfrm>
            <a:off x="3072380" y="3079242"/>
            <a:ext cx="2475738" cy="308610"/>
          </a:xfrm>
          <a:prstGeom prst="rect">
            <a:avLst/>
          </a:prstGeom>
          <a:noFill/>
          <a:ln/>
        </p:spPr>
      </p:sp>
      <p:sp>
        <p:nvSpPr>
          <p:cNvPr id="36" name="Text 33"/>
          <p:cNvSpPr/>
          <p:nvPr/>
        </p:nvSpPr>
        <p:spPr>
          <a:xfrm>
            <a:off x="3072380" y="3079242"/>
            <a:ext cx="2475738" cy="308610"/>
          </a:xfrm>
          <a:prstGeom prst="rect">
            <a:avLst/>
          </a:prstGeom>
          <a:noFill/>
          <a:ln/>
        </p:spPr>
        <p:txBody>
          <a:bodyPr wrap="square" lIns="0" tIns="0" rIns="0" bIns="0" rtlCol="0" anchor="ctr"/>
          <a:lstStyle/>
          <a:p>
            <a:pPr algn="l" indent="0" marL="0">
              <a:lnSpc>
                <a:spcPts val="1725"/>
              </a:lnSpc>
              <a:buNone/>
            </a:pPr>
            <a:r>
              <a:rPr lang="en-US" sz="1425" b="1" dirty="0">
                <a:solidFill>
                  <a:srgbClr val="171717">
                    <a:alpha val="99000"/>
                  </a:srgbClr>
                </a:solidFill>
                <a:latin typeface="Inter" pitchFamily="34" charset="0"/>
                <a:ea typeface="Inter" pitchFamily="34" charset="-122"/>
                <a:cs typeface="Inter" pitchFamily="34" charset="-120"/>
              </a:rPr>
              <a:t>전문가 지식</a:t>
            </a:r>
            <a:endParaRPr lang="en-US" sz="1425" dirty="0"/>
          </a:p>
        </p:txBody>
      </p:sp>
      <p:sp>
        <p:nvSpPr>
          <p:cNvPr id="37" name="Shape 34"/>
          <p:cNvSpPr/>
          <p:nvPr/>
        </p:nvSpPr>
        <p:spPr>
          <a:xfrm>
            <a:off x="3072380" y="3579876"/>
            <a:ext cx="2475738" cy="315467"/>
          </a:xfrm>
          <a:prstGeom prst="rect">
            <a:avLst/>
          </a:prstGeom>
          <a:noFill/>
          <a:ln/>
        </p:spPr>
      </p:sp>
      <p:sp>
        <p:nvSpPr>
          <p:cNvPr id="38" name="Shape 35"/>
          <p:cNvSpPr/>
          <p:nvPr/>
        </p:nvSpPr>
        <p:spPr>
          <a:xfrm>
            <a:off x="3072380" y="3579876"/>
            <a:ext cx="2475738" cy="315467"/>
          </a:xfrm>
          <a:prstGeom prst="rect">
            <a:avLst/>
          </a:prstGeom>
          <a:noFill/>
          <a:ln/>
        </p:spPr>
      </p:sp>
      <p:sp>
        <p:nvSpPr>
          <p:cNvPr id="39" name="Text 36"/>
          <p:cNvSpPr/>
          <p:nvPr/>
        </p:nvSpPr>
        <p:spPr>
          <a:xfrm>
            <a:off x="3072380" y="3579876"/>
            <a:ext cx="2475738" cy="315467"/>
          </a:xfrm>
          <a:prstGeom prst="rect">
            <a:avLst/>
          </a:prstGeom>
          <a:noFill/>
          <a:ln/>
        </p:spPr>
        <p:txBody>
          <a:bodyPr wrap="square" lIns="0" tIns="0" rIns="0" bIns="0" rtlCol="0" anchor="ctr"/>
          <a:lstStyle/>
          <a:p>
            <a:pPr algn="l" indent="0" marL="0">
              <a:lnSpc>
                <a:spcPts val="1466"/>
              </a:lnSpc>
              <a:buNone/>
            </a:pPr>
            <a:r>
              <a:rPr lang="en-US" sz="1211" dirty="0">
                <a:solidFill>
                  <a:srgbClr val="707070">
                    <a:alpha val="99000"/>
                  </a:srgbClr>
                </a:solidFill>
                <a:latin typeface="Inter" pitchFamily="34" charset="0"/>
                <a:ea typeface="Inter" pitchFamily="34" charset="-122"/>
                <a:cs typeface="Inter" pitchFamily="34" charset="-120"/>
              </a:rPr>
              <a:t>설명 · 조건 · 출처</a:t>
            </a:r>
            <a:endParaRPr lang="en-US" sz="1211" dirty="0"/>
          </a:p>
        </p:txBody>
      </p:sp>
      <p:sp>
        <p:nvSpPr>
          <p:cNvPr id="40" name="Shape 37"/>
          <p:cNvSpPr/>
          <p:nvPr/>
        </p:nvSpPr>
        <p:spPr>
          <a:xfrm>
            <a:off x="5829300" y="2695194"/>
            <a:ext cx="377190" cy="274320"/>
          </a:xfrm>
          <a:prstGeom prst="rect">
            <a:avLst/>
          </a:prstGeom>
          <a:noFill/>
          <a:ln/>
        </p:spPr>
      </p:sp>
      <p:sp>
        <p:nvSpPr>
          <p:cNvPr id="41" name="Shape 38"/>
          <p:cNvSpPr/>
          <p:nvPr/>
        </p:nvSpPr>
        <p:spPr>
          <a:xfrm>
            <a:off x="5829300" y="2695194"/>
            <a:ext cx="377190" cy="274320"/>
          </a:xfrm>
          <a:prstGeom prst="rect">
            <a:avLst/>
          </a:prstGeom>
          <a:noFill/>
          <a:ln/>
        </p:spPr>
      </p:sp>
      <p:sp>
        <p:nvSpPr>
          <p:cNvPr id="42" name="Text 39"/>
          <p:cNvSpPr/>
          <p:nvPr/>
        </p:nvSpPr>
        <p:spPr>
          <a:xfrm>
            <a:off x="5829300" y="2695194"/>
            <a:ext cx="377190" cy="274320"/>
          </a:xfrm>
          <a:prstGeom prst="rect">
            <a:avLst/>
          </a:prstGeom>
          <a:noFill/>
          <a:ln/>
        </p:spPr>
        <p:txBody>
          <a:bodyPr wrap="square" lIns="0" tIns="0" rIns="0" bIns="0" rtlCol="0" anchor="ctr"/>
          <a:lstStyle/>
          <a:p>
            <a:pPr algn="l" indent="0" marL="0">
              <a:lnSpc>
                <a:spcPts val="2156"/>
              </a:lnSpc>
              <a:buNone/>
            </a:pPr>
            <a:r>
              <a:rPr lang="en-US" sz="1781" dirty="0">
                <a:solidFill>
                  <a:srgbClr val="24805B">
                    <a:alpha val="99000"/>
                  </a:srgbClr>
                </a:solidFill>
                <a:latin typeface="Inter" pitchFamily="34" charset="0"/>
                <a:ea typeface="Inter" pitchFamily="34" charset="-122"/>
                <a:cs typeface="Inter" pitchFamily="34" charset="-120"/>
              </a:rPr>
              <a:t>→</a:t>
            </a:r>
            <a:endParaRPr lang="en-US" sz="1781" dirty="0"/>
          </a:p>
        </p:txBody>
      </p:sp>
      <p:sp>
        <p:nvSpPr>
          <p:cNvPr id="43" name="Shape 40"/>
          <p:cNvSpPr/>
          <p:nvPr/>
        </p:nvSpPr>
        <p:spPr>
          <a:xfrm>
            <a:off x="6302499" y="1556766"/>
            <a:ext cx="2256282" cy="2475738"/>
          </a:xfrm>
          <a:prstGeom prst="roundRect">
            <a:avLst/>
          </a:prstGeom>
          <a:solidFill>
            <a:srgbClr val="1C1C1C"/>
          </a:solidFill>
          <a:ln w="3167">
            <a:solidFill>
              <a:srgbClr val="1C1C1C"/>
            </a:solidFill>
            <a:prstDash val="solid"/>
          </a:ln>
        </p:spPr>
      </p:sp>
      <p:sp>
        <p:nvSpPr>
          <p:cNvPr id="44" name="Shape 41"/>
          <p:cNvSpPr/>
          <p:nvPr/>
        </p:nvSpPr>
        <p:spPr>
          <a:xfrm>
            <a:off x="6487669" y="1865376"/>
            <a:ext cx="1885950" cy="315468"/>
          </a:xfrm>
          <a:prstGeom prst="rect">
            <a:avLst/>
          </a:prstGeom>
          <a:noFill/>
          <a:ln/>
        </p:spPr>
      </p:sp>
      <p:sp>
        <p:nvSpPr>
          <p:cNvPr id="45" name="Shape 42"/>
          <p:cNvSpPr/>
          <p:nvPr/>
        </p:nvSpPr>
        <p:spPr>
          <a:xfrm>
            <a:off x="6487669" y="1865376"/>
            <a:ext cx="1885950" cy="315468"/>
          </a:xfrm>
          <a:prstGeom prst="rect">
            <a:avLst/>
          </a:prstGeom>
          <a:noFill/>
          <a:ln/>
        </p:spPr>
      </p:sp>
      <p:sp>
        <p:nvSpPr>
          <p:cNvPr id="46" name="Text 43"/>
          <p:cNvSpPr/>
          <p:nvPr/>
        </p:nvSpPr>
        <p:spPr>
          <a:xfrm>
            <a:off x="6487669" y="1865376"/>
            <a:ext cx="1885950" cy="315468"/>
          </a:xfrm>
          <a:prstGeom prst="rect">
            <a:avLst/>
          </a:prstGeom>
          <a:noFill/>
          <a:ln/>
        </p:spPr>
        <p:txBody>
          <a:bodyPr wrap="square" lIns="0" tIns="0" rIns="0" bIns="0" rtlCol="0" anchor="ctr"/>
          <a:lstStyle/>
          <a:p>
            <a:pPr algn="l" indent="0" marL="0">
              <a:lnSpc>
                <a:spcPts val="1725"/>
              </a:lnSpc>
              <a:buNone/>
            </a:pPr>
            <a:r>
              <a:rPr lang="en-US" sz="1425" b="1" dirty="0">
                <a:solidFill>
                  <a:srgbClr val="FFFFFF">
                    <a:alpha val="99000"/>
                  </a:srgbClr>
                </a:solidFill>
                <a:latin typeface="Inter" pitchFamily="34" charset="0"/>
                <a:ea typeface="Inter" pitchFamily="34" charset="-122"/>
                <a:cs typeface="Inter" pitchFamily="34" charset="-120"/>
              </a:rPr>
              <a:t>답변 근거</a:t>
            </a:r>
            <a:endParaRPr lang="en-US" sz="1425" dirty="0"/>
          </a:p>
        </p:txBody>
      </p:sp>
      <p:sp>
        <p:nvSpPr>
          <p:cNvPr id="47" name="Shape 44"/>
          <p:cNvSpPr/>
          <p:nvPr/>
        </p:nvSpPr>
        <p:spPr>
          <a:xfrm>
            <a:off x="6487669" y="2537460"/>
            <a:ext cx="1885950" cy="994410"/>
          </a:xfrm>
          <a:prstGeom prst="rect">
            <a:avLst/>
          </a:prstGeom>
          <a:noFill/>
          <a:ln/>
        </p:spPr>
      </p:sp>
      <p:sp>
        <p:nvSpPr>
          <p:cNvPr id="48" name="Shape 45"/>
          <p:cNvSpPr/>
          <p:nvPr/>
        </p:nvSpPr>
        <p:spPr>
          <a:xfrm>
            <a:off x="6487669" y="2537460"/>
            <a:ext cx="1885950" cy="994410"/>
          </a:xfrm>
          <a:prstGeom prst="rect">
            <a:avLst/>
          </a:prstGeom>
          <a:noFill/>
          <a:ln/>
        </p:spPr>
      </p:sp>
      <p:sp>
        <p:nvSpPr>
          <p:cNvPr id="49" name="Text 46"/>
          <p:cNvSpPr/>
          <p:nvPr/>
        </p:nvSpPr>
        <p:spPr>
          <a:xfrm>
            <a:off x="6487669" y="2537460"/>
            <a:ext cx="1885950" cy="994410"/>
          </a:xfrm>
          <a:prstGeom prst="rect">
            <a:avLst/>
          </a:prstGeom>
          <a:noFill/>
          <a:ln/>
        </p:spPr>
        <p:txBody>
          <a:bodyPr wrap="square" lIns="0" tIns="0" rIns="0" bIns="0" rtlCol="0" anchor="ctr"/>
          <a:lstStyle/>
          <a:p>
            <a:pPr algn="l" indent="0" marL="0">
              <a:lnSpc>
                <a:spcPts val="1466"/>
              </a:lnSpc>
              <a:buNone/>
            </a:pPr>
            <a:r>
              <a:rPr lang="en-US" sz="1211" dirty="0">
                <a:solidFill>
                  <a:srgbClr val="DDDDDD">
                    <a:alpha val="99000"/>
                  </a:srgbClr>
                </a:solidFill>
                <a:latin typeface="Inter" pitchFamily="34" charset="0"/>
                <a:ea typeface="Inter" pitchFamily="34" charset="-122"/>
                <a:cs typeface="Inter" pitchFamily="34" charset="-120"/>
              </a:rPr>
              <a:t>개인 맥락</a:t>
            </a:r>
            <a:endParaRPr lang="en-US" sz="1211" dirty="0"/>
          </a:p>
          <a:p>
            <a:pPr algn="l" indent="0" marL="0">
              <a:lnSpc>
                <a:spcPts val="1466"/>
              </a:lnSpc>
              <a:buNone/>
            </a:pPr>
            <a:r>
              <a:rPr lang="en-US" sz="1211" dirty="0">
                <a:solidFill>
                  <a:srgbClr val="DDDDDD">
                    <a:alpha val="99000"/>
                  </a:srgbClr>
                </a:solidFill>
                <a:latin typeface="Inter" pitchFamily="34" charset="0"/>
                <a:ea typeface="Inter" pitchFamily="34" charset="-122"/>
                <a:cs typeface="Inter" pitchFamily="34" charset="-120"/>
              </a:rPr>
              <a:t>전문가 설명</a:t>
            </a:r>
            <a:endParaRPr lang="en-US" sz="1211" dirty="0"/>
          </a:p>
        </p:txBody>
      </p:sp>
      <p:sp>
        <p:nvSpPr>
          <p:cNvPr id="50" name="Shape 47"/>
          <p:cNvSpPr/>
          <p:nvPr/>
        </p:nvSpPr>
        <p:spPr>
          <a:xfrm>
            <a:off x="582932" y="4197096"/>
            <a:ext cx="7975854" cy="240030"/>
          </a:xfrm>
          <a:prstGeom prst="rect">
            <a:avLst/>
          </a:prstGeom>
          <a:noFill/>
          <a:ln/>
        </p:spPr>
      </p:sp>
      <p:sp>
        <p:nvSpPr>
          <p:cNvPr id="51" name="Shape 48"/>
          <p:cNvSpPr/>
          <p:nvPr/>
        </p:nvSpPr>
        <p:spPr>
          <a:xfrm>
            <a:off x="582932" y="4197096"/>
            <a:ext cx="7975854" cy="240030"/>
          </a:xfrm>
          <a:prstGeom prst="rect">
            <a:avLst/>
          </a:prstGeom>
          <a:noFill/>
          <a:ln/>
        </p:spPr>
      </p:sp>
      <p:sp>
        <p:nvSpPr>
          <p:cNvPr id="52" name="Text 49"/>
          <p:cNvSpPr/>
          <p:nvPr/>
        </p:nvSpPr>
        <p:spPr>
          <a:xfrm>
            <a:off x="582932" y="4197096"/>
            <a:ext cx="7975854" cy="240030"/>
          </a:xfrm>
          <a:prstGeom prst="rect">
            <a:avLst/>
          </a:prstGeom>
          <a:noFill/>
          <a:ln/>
        </p:spPr>
        <p:txBody>
          <a:bodyPr wrap="square" lIns="0" tIns="0" rIns="0" bIns="0" rtlCol="0" anchor="ctr"/>
          <a:lstStyle/>
          <a:p>
            <a:pPr algn="l" indent="0" marL="0">
              <a:lnSpc>
                <a:spcPts val="1207"/>
              </a:lnSpc>
              <a:buNone/>
            </a:pPr>
            <a:r>
              <a:rPr lang="en-US" sz="998" dirty="0">
                <a:solidFill>
                  <a:srgbClr val="707070">
                    <a:alpha val="99000"/>
                  </a:srgbClr>
                </a:solidFill>
                <a:latin typeface="Inter" pitchFamily="34" charset="0"/>
                <a:ea typeface="Inter" pitchFamily="34" charset="-122"/>
                <a:cs typeface="Inter" pitchFamily="34" charset="-120"/>
              </a:rPr>
              <a:t>필터 → 유사도 → 조건 확인</a:t>
            </a:r>
            <a:endParaRPr lang="en-US" sz="998"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32" y="288036"/>
            <a:ext cx="5966459" cy="192024"/>
          </a:xfrm>
          <a:prstGeom prst="rect">
            <a:avLst/>
          </a:prstGeom>
          <a:noFill/>
          <a:ln/>
        </p:spPr>
      </p:sp>
      <p:sp>
        <p:nvSpPr>
          <p:cNvPr id="4" name="Shape 1"/>
          <p:cNvSpPr/>
          <p:nvPr/>
        </p:nvSpPr>
        <p:spPr>
          <a:xfrm>
            <a:off x="582932" y="288036"/>
            <a:ext cx="5966459" cy="192024"/>
          </a:xfrm>
          <a:prstGeom prst="rect">
            <a:avLst/>
          </a:prstGeom>
          <a:noFill/>
          <a:ln/>
        </p:spPr>
      </p:sp>
      <p:sp>
        <p:nvSpPr>
          <p:cNvPr id="5" name="Text 2"/>
          <p:cNvSpPr/>
          <p:nvPr/>
        </p:nvSpPr>
        <p:spPr>
          <a:xfrm>
            <a:off x="582932" y="288036"/>
            <a:ext cx="5966459" cy="192024"/>
          </a:xfrm>
          <a:prstGeom prst="rect">
            <a:avLst/>
          </a:prstGeom>
          <a:noFill/>
          <a:ln/>
        </p:spPr>
        <p:txBody>
          <a:bodyPr wrap="square" lIns="0" tIns="0" rIns="0" bIns="0" rtlCol="0" anchor="ctr"/>
          <a:lstStyle/>
          <a:p>
            <a:pPr algn="l" indent="0" marL="0">
              <a:lnSpc>
                <a:spcPts val="905"/>
              </a:lnSpc>
              <a:buNone/>
            </a:pPr>
            <a:r>
              <a:rPr lang="en-US" sz="748" b="1" dirty="0">
                <a:solidFill>
                  <a:srgbClr val="707070">
                    <a:alpha val="99000"/>
                  </a:srgbClr>
                </a:solidFill>
                <a:latin typeface="Inter" pitchFamily="34" charset="0"/>
                <a:ea typeface="Inter" pitchFamily="34" charset="-122"/>
                <a:cs typeface="Inter" pitchFamily="34" charset="-120"/>
              </a:rPr>
              <a:t>TECHNICAL DESIGN · SECTION 05</a:t>
            </a:r>
            <a:endParaRPr lang="en-US" sz="748" dirty="0"/>
          </a:p>
        </p:txBody>
      </p:sp>
      <p:sp>
        <p:nvSpPr>
          <p:cNvPr id="6" name="Shape 3"/>
          <p:cNvSpPr/>
          <p:nvPr/>
        </p:nvSpPr>
        <p:spPr>
          <a:xfrm>
            <a:off x="582932" y="603504"/>
            <a:ext cx="7989570" cy="425196"/>
          </a:xfrm>
          <a:prstGeom prst="rect">
            <a:avLst/>
          </a:prstGeom>
          <a:noFill/>
          <a:ln/>
        </p:spPr>
      </p:sp>
      <p:sp>
        <p:nvSpPr>
          <p:cNvPr id="7" name="Shape 4"/>
          <p:cNvSpPr/>
          <p:nvPr/>
        </p:nvSpPr>
        <p:spPr>
          <a:xfrm>
            <a:off x="582932" y="603504"/>
            <a:ext cx="7989570" cy="425196"/>
          </a:xfrm>
          <a:prstGeom prst="rect">
            <a:avLst/>
          </a:prstGeom>
          <a:noFill/>
          <a:ln/>
        </p:spPr>
      </p:sp>
      <p:sp>
        <p:nvSpPr>
          <p:cNvPr id="8" name="Text 5"/>
          <p:cNvSpPr/>
          <p:nvPr/>
        </p:nvSpPr>
        <p:spPr>
          <a:xfrm>
            <a:off x="582932" y="603504"/>
            <a:ext cx="7989570" cy="425196"/>
          </a:xfrm>
          <a:prstGeom prst="rect">
            <a:avLst/>
          </a:prstGeom>
          <a:noFill/>
          <a:ln/>
        </p:spPr>
        <p:txBody>
          <a:bodyPr wrap="square" lIns="0" tIns="0" rIns="0" bIns="0" rtlCol="0" anchor="ctr"/>
          <a:lstStyle/>
          <a:p>
            <a:pPr algn="l" indent="0" marL="0">
              <a:lnSpc>
                <a:spcPts val="2501"/>
              </a:lnSpc>
              <a:buNone/>
            </a:pPr>
            <a:r>
              <a:rPr lang="en-US" sz="2066" b="1" dirty="0">
                <a:solidFill>
                  <a:srgbClr val="171717">
                    <a:alpha val="99000"/>
                  </a:srgbClr>
                </a:solidFill>
                <a:latin typeface="Inter" pitchFamily="34" charset="0"/>
                <a:ea typeface="Inter" pitchFamily="34" charset="-122"/>
                <a:cs typeface="Inter" pitchFamily="34" charset="-120"/>
              </a:rPr>
              <a:t>단서에서 문제 정의로</a:t>
            </a:r>
            <a:endParaRPr lang="en-US" sz="2066" dirty="0"/>
          </a:p>
        </p:txBody>
      </p:sp>
      <p:sp>
        <p:nvSpPr>
          <p:cNvPr id="9" name="Shape 6"/>
          <p:cNvSpPr/>
          <p:nvPr/>
        </p:nvSpPr>
        <p:spPr>
          <a:xfrm>
            <a:off x="6473949" y="253746"/>
            <a:ext cx="2084832" cy="274320"/>
          </a:xfrm>
          <a:prstGeom prst="roundRect">
            <a:avLst/>
          </a:prstGeom>
          <a:solidFill>
            <a:srgbClr val="EAF5EE"/>
          </a:solidFill>
          <a:ln w="3167">
            <a:solidFill>
              <a:srgbClr val="E7E7E7"/>
            </a:solidFill>
            <a:prstDash val="solid"/>
          </a:ln>
        </p:spPr>
      </p:sp>
      <p:sp>
        <p:nvSpPr>
          <p:cNvPr id="10" name="Shape 7"/>
          <p:cNvSpPr/>
          <p:nvPr/>
        </p:nvSpPr>
        <p:spPr>
          <a:xfrm>
            <a:off x="6542531" y="274320"/>
            <a:ext cx="1947672" cy="219456"/>
          </a:xfrm>
          <a:prstGeom prst="rect">
            <a:avLst/>
          </a:prstGeom>
          <a:noFill/>
          <a:ln/>
        </p:spPr>
      </p:sp>
      <p:sp>
        <p:nvSpPr>
          <p:cNvPr id="11" name="Shape 8"/>
          <p:cNvSpPr/>
          <p:nvPr/>
        </p:nvSpPr>
        <p:spPr>
          <a:xfrm>
            <a:off x="6542531" y="274320"/>
            <a:ext cx="1947672" cy="219456"/>
          </a:xfrm>
          <a:prstGeom prst="rect">
            <a:avLst/>
          </a:prstGeom>
          <a:noFill/>
          <a:ln/>
        </p:spPr>
      </p:sp>
      <p:sp>
        <p:nvSpPr>
          <p:cNvPr id="12" name="Text 9"/>
          <p:cNvSpPr/>
          <p:nvPr/>
        </p:nvSpPr>
        <p:spPr>
          <a:xfrm>
            <a:off x="6542531" y="274320"/>
            <a:ext cx="1947672" cy="219456"/>
          </a:xfrm>
          <a:prstGeom prst="rect">
            <a:avLst/>
          </a:prstGeom>
          <a:noFill/>
          <a:ln/>
        </p:spPr>
        <p:txBody>
          <a:bodyPr wrap="square" lIns="0" tIns="0" rIns="0" bIns="0" rtlCol="0" anchor="ctr"/>
          <a:lstStyle/>
          <a:p>
            <a:pPr algn="l" indent="0" marL="0">
              <a:lnSpc>
                <a:spcPts val="923"/>
              </a:lnSpc>
              <a:buNone/>
            </a:pPr>
            <a:r>
              <a:rPr lang="en-US" sz="762" b="1" dirty="0">
                <a:solidFill>
                  <a:srgbClr val="24805B">
                    <a:alpha val="99000"/>
                  </a:srgbClr>
                </a:solidFill>
                <a:latin typeface="Inter" pitchFamily="34" charset="0"/>
                <a:ea typeface="Inter" pitchFamily="34" charset="-122"/>
                <a:cs typeface="Inter" pitchFamily="34" charset="-120"/>
              </a:rPr>
              <a:t>확장 설계 · 영상 추출 방식 검토</a:t>
            </a:r>
            <a:endParaRPr lang="en-US" sz="762" dirty="0"/>
          </a:p>
        </p:txBody>
      </p:sp>
      <p:sp>
        <p:nvSpPr>
          <p:cNvPr id="13" name="Shape 10"/>
          <p:cNvSpPr/>
          <p:nvPr/>
        </p:nvSpPr>
        <p:spPr>
          <a:xfrm>
            <a:off x="7989568" y="4828032"/>
            <a:ext cx="569214" cy="164592"/>
          </a:xfrm>
          <a:prstGeom prst="rect">
            <a:avLst/>
          </a:prstGeom>
          <a:noFill/>
          <a:ln/>
        </p:spPr>
      </p:sp>
      <p:sp>
        <p:nvSpPr>
          <p:cNvPr id="14" name="Shape 11"/>
          <p:cNvSpPr/>
          <p:nvPr/>
        </p:nvSpPr>
        <p:spPr>
          <a:xfrm>
            <a:off x="7989568" y="4828032"/>
            <a:ext cx="569214" cy="164592"/>
          </a:xfrm>
          <a:prstGeom prst="rect">
            <a:avLst/>
          </a:prstGeom>
          <a:noFill/>
          <a:ln/>
        </p:spPr>
      </p:sp>
      <p:sp>
        <p:nvSpPr>
          <p:cNvPr id="15" name="Text 12"/>
          <p:cNvSpPr/>
          <p:nvPr/>
        </p:nvSpPr>
        <p:spPr>
          <a:xfrm>
            <a:off x="7989568" y="4828032"/>
            <a:ext cx="569214" cy="164592"/>
          </a:xfrm>
          <a:prstGeom prst="rect">
            <a:avLst/>
          </a:prstGeom>
          <a:noFill/>
          <a:ln/>
        </p:spPr>
        <p:txBody>
          <a:bodyPr wrap="square" lIns="0" tIns="0" rIns="0" bIns="0" rtlCol="0" anchor="ctr"/>
          <a:lstStyle/>
          <a:p>
            <a:pPr algn="l" indent="0" marL="0">
              <a:lnSpc>
                <a:spcPts val="862"/>
              </a:lnSpc>
              <a:buNone/>
            </a:pPr>
            <a:r>
              <a:rPr lang="en-US" sz="713" dirty="0">
                <a:solidFill>
                  <a:srgbClr val="707070">
                    <a:alpha val="99000"/>
                  </a:srgbClr>
                </a:solidFill>
                <a:latin typeface="Inter" pitchFamily="34" charset="0"/>
                <a:ea typeface="Inter" pitchFamily="34" charset="-122"/>
                <a:cs typeface="Inter" pitchFamily="34" charset="-120"/>
              </a:rPr>
              <a:t>05 / 07</a:t>
            </a:r>
            <a:endParaRPr lang="en-US" sz="713" dirty="0"/>
          </a:p>
        </p:txBody>
      </p:sp>
      <p:sp>
        <p:nvSpPr>
          <p:cNvPr id="16" name="Shape 13"/>
          <p:cNvSpPr/>
          <p:nvPr/>
        </p:nvSpPr>
        <p:spPr>
          <a:xfrm>
            <a:off x="582932" y="1508760"/>
            <a:ext cx="2256282" cy="1131570"/>
          </a:xfrm>
          <a:prstGeom prst="roundRect">
            <a:avLst/>
          </a:prstGeom>
          <a:solidFill>
            <a:srgbClr val="FAFAFA"/>
          </a:solidFill>
          <a:ln w="3167">
            <a:solidFill>
              <a:srgbClr val="E7E7E7"/>
            </a:solidFill>
            <a:prstDash val="solid"/>
          </a:ln>
        </p:spPr>
      </p:sp>
      <p:sp>
        <p:nvSpPr>
          <p:cNvPr id="17" name="Shape 14"/>
          <p:cNvSpPr/>
          <p:nvPr/>
        </p:nvSpPr>
        <p:spPr>
          <a:xfrm>
            <a:off x="754382" y="1687068"/>
            <a:ext cx="1913382" cy="308610"/>
          </a:xfrm>
          <a:prstGeom prst="rect">
            <a:avLst/>
          </a:prstGeom>
          <a:noFill/>
          <a:ln/>
        </p:spPr>
      </p:sp>
      <p:sp>
        <p:nvSpPr>
          <p:cNvPr id="18" name="Shape 15"/>
          <p:cNvSpPr/>
          <p:nvPr/>
        </p:nvSpPr>
        <p:spPr>
          <a:xfrm>
            <a:off x="754382" y="1687068"/>
            <a:ext cx="1913382" cy="308610"/>
          </a:xfrm>
          <a:prstGeom prst="rect">
            <a:avLst/>
          </a:prstGeom>
          <a:noFill/>
          <a:ln/>
        </p:spPr>
      </p:sp>
      <p:sp>
        <p:nvSpPr>
          <p:cNvPr id="19" name="Text 16"/>
          <p:cNvSpPr/>
          <p:nvPr/>
        </p:nvSpPr>
        <p:spPr>
          <a:xfrm>
            <a:off x="754382" y="1687068"/>
            <a:ext cx="1913382" cy="308610"/>
          </a:xfrm>
          <a:prstGeom prst="rect">
            <a:avLst/>
          </a:prstGeom>
          <a:noFill/>
          <a:ln/>
        </p:spPr>
        <p:txBody>
          <a:bodyPr wrap="square" lIns="0" tIns="0" rIns="0" bIns="0" rtlCol="0" anchor="ctr"/>
          <a:lstStyle/>
          <a:p>
            <a:pPr algn="l" indent="0" marL="0">
              <a:lnSpc>
                <a:spcPts val="1725"/>
              </a:lnSpc>
              <a:buNone/>
            </a:pPr>
            <a:r>
              <a:rPr lang="en-US" sz="1425" b="1" dirty="0">
                <a:solidFill>
                  <a:srgbClr val="171717">
                    <a:alpha val="99000"/>
                  </a:srgbClr>
                </a:solidFill>
                <a:latin typeface="Inter" pitchFamily="34" charset="0"/>
                <a:ea typeface="Inter" pitchFamily="34" charset="-122"/>
                <a:cs typeface="Inter" pitchFamily="34" charset="-120"/>
              </a:rPr>
              <a:t>채팅 단서</a:t>
            </a:r>
            <a:endParaRPr lang="en-US" sz="1425" dirty="0"/>
          </a:p>
        </p:txBody>
      </p:sp>
      <p:sp>
        <p:nvSpPr>
          <p:cNvPr id="20" name="Shape 17"/>
          <p:cNvSpPr/>
          <p:nvPr/>
        </p:nvSpPr>
        <p:spPr>
          <a:xfrm>
            <a:off x="754382" y="2187702"/>
            <a:ext cx="1913382" cy="315467"/>
          </a:xfrm>
          <a:prstGeom prst="rect">
            <a:avLst/>
          </a:prstGeom>
          <a:noFill/>
          <a:ln/>
        </p:spPr>
      </p:sp>
      <p:sp>
        <p:nvSpPr>
          <p:cNvPr id="21" name="Shape 18"/>
          <p:cNvSpPr/>
          <p:nvPr/>
        </p:nvSpPr>
        <p:spPr>
          <a:xfrm>
            <a:off x="754382" y="2187702"/>
            <a:ext cx="1913382" cy="315467"/>
          </a:xfrm>
          <a:prstGeom prst="rect">
            <a:avLst/>
          </a:prstGeom>
          <a:noFill/>
          <a:ln/>
        </p:spPr>
      </p:sp>
      <p:sp>
        <p:nvSpPr>
          <p:cNvPr id="22" name="Text 19"/>
          <p:cNvSpPr/>
          <p:nvPr/>
        </p:nvSpPr>
        <p:spPr>
          <a:xfrm>
            <a:off x="754382" y="2187702"/>
            <a:ext cx="1913382" cy="315467"/>
          </a:xfrm>
          <a:prstGeom prst="rect">
            <a:avLst/>
          </a:prstGeom>
          <a:noFill/>
          <a:ln/>
        </p:spPr>
        <p:txBody>
          <a:bodyPr wrap="square" lIns="0" tIns="0" rIns="0" bIns="0" rtlCol="0" anchor="ctr"/>
          <a:lstStyle/>
          <a:p>
            <a:pPr algn="l" indent="0" marL="0">
              <a:lnSpc>
                <a:spcPts val="1466"/>
              </a:lnSpc>
              <a:buNone/>
            </a:pPr>
            <a:r>
              <a:rPr lang="en-US" sz="1211" dirty="0">
                <a:solidFill>
                  <a:srgbClr val="707070">
                    <a:alpha val="99000"/>
                  </a:srgbClr>
                </a:solidFill>
                <a:latin typeface="Inter" pitchFamily="34" charset="0"/>
                <a:ea typeface="Inter" pitchFamily="34" charset="-122"/>
                <a:cs typeface="Inter" pitchFamily="34" charset="-120"/>
              </a:rPr>
              <a:t>고민 · 상황</a:t>
            </a:r>
            <a:endParaRPr lang="en-US" sz="1211" dirty="0"/>
          </a:p>
        </p:txBody>
      </p:sp>
      <p:sp>
        <p:nvSpPr>
          <p:cNvPr id="23" name="Shape 20"/>
          <p:cNvSpPr/>
          <p:nvPr/>
        </p:nvSpPr>
        <p:spPr>
          <a:xfrm>
            <a:off x="582932" y="2818638"/>
            <a:ext cx="2256282" cy="1131570"/>
          </a:xfrm>
          <a:prstGeom prst="roundRect">
            <a:avLst/>
          </a:prstGeom>
          <a:solidFill>
            <a:srgbClr val="FAFAFA"/>
          </a:solidFill>
          <a:ln w="3167">
            <a:solidFill>
              <a:srgbClr val="E7E7E7"/>
            </a:solidFill>
            <a:prstDash val="solid"/>
          </a:ln>
        </p:spPr>
      </p:sp>
      <p:sp>
        <p:nvSpPr>
          <p:cNvPr id="24" name="Shape 21"/>
          <p:cNvSpPr/>
          <p:nvPr/>
        </p:nvSpPr>
        <p:spPr>
          <a:xfrm>
            <a:off x="754382" y="2996946"/>
            <a:ext cx="1913382" cy="308610"/>
          </a:xfrm>
          <a:prstGeom prst="rect">
            <a:avLst/>
          </a:prstGeom>
          <a:noFill/>
          <a:ln/>
        </p:spPr>
      </p:sp>
      <p:sp>
        <p:nvSpPr>
          <p:cNvPr id="25" name="Shape 22"/>
          <p:cNvSpPr/>
          <p:nvPr/>
        </p:nvSpPr>
        <p:spPr>
          <a:xfrm>
            <a:off x="754382" y="2996946"/>
            <a:ext cx="1913382" cy="308610"/>
          </a:xfrm>
          <a:prstGeom prst="rect">
            <a:avLst/>
          </a:prstGeom>
          <a:noFill/>
          <a:ln/>
        </p:spPr>
      </p:sp>
      <p:sp>
        <p:nvSpPr>
          <p:cNvPr id="26" name="Text 23"/>
          <p:cNvSpPr/>
          <p:nvPr/>
        </p:nvSpPr>
        <p:spPr>
          <a:xfrm>
            <a:off x="754382" y="2996946"/>
            <a:ext cx="1913382" cy="308610"/>
          </a:xfrm>
          <a:prstGeom prst="rect">
            <a:avLst/>
          </a:prstGeom>
          <a:noFill/>
          <a:ln/>
        </p:spPr>
        <p:txBody>
          <a:bodyPr wrap="square" lIns="0" tIns="0" rIns="0" bIns="0" rtlCol="0" anchor="ctr"/>
          <a:lstStyle/>
          <a:p>
            <a:pPr algn="l" indent="0" marL="0">
              <a:lnSpc>
                <a:spcPts val="1725"/>
              </a:lnSpc>
              <a:buNone/>
            </a:pPr>
            <a:r>
              <a:rPr lang="en-US" sz="1425" b="1" dirty="0">
                <a:solidFill>
                  <a:srgbClr val="171717">
                    <a:alpha val="99000"/>
                  </a:srgbClr>
                </a:solidFill>
                <a:latin typeface="Inter" pitchFamily="34" charset="0"/>
                <a:ea typeface="Inter" pitchFamily="34" charset="-122"/>
                <a:cs typeface="Inter" pitchFamily="34" charset="-120"/>
              </a:rPr>
              <a:t>영상 단서</a:t>
            </a:r>
            <a:endParaRPr lang="en-US" sz="1425" dirty="0"/>
          </a:p>
        </p:txBody>
      </p:sp>
      <p:sp>
        <p:nvSpPr>
          <p:cNvPr id="27" name="Shape 24"/>
          <p:cNvSpPr/>
          <p:nvPr/>
        </p:nvSpPr>
        <p:spPr>
          <a:xfrm>
            <a:off x="754382" y="3497580"/>
            <a:ext cx="1913382" cy="315467"/>
          </a:xfrm>
          <a:prstGeom prst="rect">
            <a:avLst/>
          </a:prstGeom>
          <a:noFill/>
          <a:ln/>
        </p:spPr>
      </p:sp>
      <p:sp>
        <p:nvSpPr>
          <p:cNvPr id="28" name="Shape 25"/>
          <p:cNvSpPr/>
          <p:nvPr/>
        </p:nvSpPr>
        <p:spPr>
          <a:xfrm>
            <a:off x="754382" y="3497580"/>
            <a:ext cx="1913382" cy="315467"/>
          </a:xfrm>
          <a:prstGeom prst="rect">
            <a:avLst/>
          </a:prstGeom>
          <a:noFill/>
          <a:ln/>
        </p:spPr>
      </p:sp>
      <p:sp>
        <p:nvSpPr>
          <p:cNvPr id="29" name="Text 26"/>
          <p:cNvSpPr/>
          <p:nvPr/>
        </p:nvSpPr>
        <p:spPr>
          <a:xfrm>
            <a:off x="754382" y="3497580"/>
            <a:ext cx="1913382" cy="315467"/>
          </a:xfrm>
          <a:prstGeom prst="rect">
            <a:avLst/>
          </a:prstGeom>
          <a:noFill/>
          <a:ln/>
        </p:spPr>
        <p:txBody>
          <a:bodyPr wrap="square" lIns="0" tIns="0" rIns="0" bIns="0" rtlCol="0" anchor="ctr"/>
          <a:lstStyle/>
          <a:p>
            <a:pPr algn="l" indent="0" marL="0">
              <a:lnSpc>
                <a:spcPts val="1466"/>
              </a:lnSpc>
              <a:buNone/>
            </a:pPr>
            <a:r>
              <a:rPr lang="en-US" sz="1211" dirty="0">
                <a:solidFill>
                  <a:srgbClr val="707070">
                    <a:alpha val="99000"/>
                  </a:srgbClr>
                </a:solidFill>
                <a:latin typeface="Inter" pitchFamily="34" charset="0"/>
                <a:ea typeface="Inter" pitchFamily="34" charset="-122"/>
                <a:cs typeface="Inter" pitchFamily="34" charset="-120"/>
              </a:rPr>
              <a:t>관찰 · 한계</a:t>
            </a:r>
            <a:endParaRPr lang="en-US" sz="1211" dirty="0"/>
          </a:p>
        </p:txBody>
      </p:sp>
      <p:sp>
        <p:nvSpPr>
          <p:cNvPr id="30" name="Shape 27"/>
          <p:cNvSpPr/>
          <p:nvPr/>
        </p:nvSpPr>
        <p:spPr>
          <a:xfrm>
            <a:off x="2955801" y="2606040"/>
            <a:ext cx="308610" cy="274320"/>
          </a:xfrm>
          <a:prstGeom prst="rect">
            <a:avLst/>
          </a:prstGeom>
          <a:noFill/>
          <a:ln/>
        </p:spPr>
      </p:sp>
      <p:sp>
        <p:nvSpPr>
          <p:cNvPr id="31" name="Shape 28"/>
          <p:cNvSpPr/>
          <p:nvPr/>
        </p:nvSpPr>
        <p:spPr>
          <a:xfrm>
            <a:off x="2955801" y="2606040"/>
            <a:ext cx="308610" cy="274320"/>
          </a:xfrm>
          <a:prstGeom prst="rect">
            <a:avLst/>
          </a:prstGeom>
          <a:noFill/>
          <a:ln/>
        </p:spPr>
      </p:sp>
      <p:sp>
        <p:nvSpPr>
          <p:cNvPr id="32" name="Text 29"/>
          <p:cNvSpPr/>
          <p:nvPr/>
        </p:nvSpPr>
        <p:spPr>
          <a:xfrm>
            <a:off x="2955801" y="2606040"/>
            <a:ext cx="308610" cy="274320"/>
          </a:xfrm>
          <a:prstGeom prst="rect">
            <a:avLst/>
          </a:prstGeom>
          <a:noFill/>
          <a:ln/>
        </p:spPr>
        <p:txBody>
          <a:bodyPr wrap="square" lIns="0" tIns="0" rIns="0" bIns="0" rtlCol="0" anchor="ctr"/>
          <a:lstStyle/>
          <a:p>
            <a:pPr algn="l" indent="0" marL="0">
              <a:lnSpc>
                <a:spcPts val="2156"/>
              </a:lnSpc>
              <a:buNone/>
            </a:pPr>
            <a:r>
              <a:rPr lang="en-US" sz="1781" dirty="0">
                <a:solidFill>
                  <a:srgbClr val="24805B">
                    <a:alpha val="99000"/>
                  </a:srgbClr>
                </a:solidFill>
                <a:latin typeface="Inter" pitchFamily="34" charset="0"/>
                <a:ea typeface="Inter" pitchFamily="34" charset="-122"/>
                <a:cs typeface="Inter" pitchFamily="34" charset="-120"/>
              </a:rPr>
              <a:t>→</a:t>
            </a:r>
            <a:endParaRPr lang="en-US" sz="1781" dirty="0"/>
          </a:p>
        </p:txBody>
      </p:sp>
      <p:sp>
        <p:nvSpPr>
          <p:cNvPr id="33" name="Shape 30"/>
          <p:cNvSpPr/>
          <p:nvPr/>
        </p:nvSpPr>
        <p:spPr>
          <a:xfrm>
            <a:off x="3394714" y="1508760"/>
            <a:ext cx="2455164" cy="2441448"/>
          </a:xfrm>
          <a:prstGeom prst="roundRect">
            <a:avLst/>
          </a:prstGeom>
          <a:solidFill>
            <a:srgbClr val="1C1C1C"/>
          </a:solidFill>
          <a:ln w="3167">
            <a:solidFill>
              <a:srgbClr val="1C1C1C"/>
            </a:solidFill>
            <a:prstDash val="solid"/>
          </a:ln>
        </p:spPr>
      </p:sp>
      <p:sp>
        <p:nvSpPr>
          <p:cNvPr id="34" name="Shape 31"/>
          <p:cNvSpPr/>
          <p:nvPr/>
        </p:nvSpPr>
        <p:spPr>
          <a:xfrm>
            <a:off x="3593595" y="1769364"/>
            <a:ext cx="2057400" cy="315468"/>
          </a:xfrm>
          <a:prstGeom prst="rect">
            <a:avLst/>
          </a:prstGeom>
          <a:noFill/>
          <a:ln/>
        </p:spPr>
      </p:sp>
      <p:sp>
        <p:nvSpPr>
          <p:cNvPr id="35" name="Shape 32"/>
          <p:cNvSpPr/>
          <p:nvPr/>
        </p:nvSpPr>
        <p:spPr>
          <a:xfrm>
            <a:off x="3593595" y="1769364"/>
            <a:ext cx="2057400" cy="315468"/>
          </a:xfrm>
          <a:prstGeom prst="rect">
            <a:avLst/>
          </a:prstGeom>
          <a:noFill/>
          <a:ln/>
        </p:spPr>
      </p:sp>
      <p:sp>
        <p:nvSpPr>
          <p:cNvPr id="36" name="Text 33"/>
          <p:cNvSpPr/>
          <p:nvPr/>
        </p:nvSpPr>
        <p:spPr>
          <a:xfrm>
            <a:off x="3593595" y="1769364"/>
            <a:ext cx="2057400" cy="315468"/>
          </a:xfrm>
          <a:prstGeom prst="rect">
            <a:avLst/>
          </a:prstGeom>
          <a:noFill/>
          <a:ln/>
        </p:spPr>
        <p:txBody>
          <a:bodyPr wrap="square" lIns="0" tIns="0" rIns="0" bIns="0" rtlCol="0" anchor="ctr"/>
          <a:lstStyle/>
          <a:p>
            <a:pPr algn="l" indent="0" marL="0">
              <a:lnSpc>
                <a:spcPts val="1811"/>
              </a:lnSpc>
              <a:buNone/>
            </a:pPr>
            <a:r>
              <a:rPr lang="en-US" sz="1496" b="1" dirty="0">
                <a:solidFill>
                  <a:srgbClr val="FFFFFF">
                    <a:alpha val="99000"/>
                  </a:srgbClr>
                </a:solidFill>
                <a:latin typeface="Inter" pitchFamily="34" charset="0"/>
                <a:ea typeface="Inter" pitchFamily="34" charset="-122"/>
                <a:cs typeface="Inter" pitchFamily="34" charset="-120"/>
              </a:rPr>
              <a:t>문제 후보</a:t>
            </a:r>
            <a:endParaRPr lang="en-US" sz="1496" dirty="0"/>
          </a:p>
        </p:txBody>
      </p:sp>
      <p:sp>
        <p:nvSpPr>
          <p:cNvPr id="37" name="Shape 34"/>
          <p:cNvSpPr/>
          <p:nvPr/>
        </p:nvSpPr>
        <p:spPr>
          <a:xfrm>
            <a:off x="3593595" y="2338578"/>
            <a:ext cx="2057400" cy="754380"/>
          </a:xfrm>
          <a:prstGeom prst="rect">
            <a:avLst/>
          </a:prstGeom>
          <a:noFill/>
          <a:ln/>
        </p:spPr>
      </p:sp>
      <p:sp>
        <p:nvSpPr>
          <p:cNvPr id="38" name="Shape 35"/>
          <p:cNvSpPr/>
          <p:nvPr/>
        </p:nvSpPr>
        <p:spPr>
          <a:xfrm>
            <a:off x="3593595" y="2338578"/>
            <a:ext cx="2057400" cy="754380"/>
          </a:xfrm>
          <a:prstGeom prst="rect">
            <a:avLst/>
          </a:prstGeom>
          <a:noFill/>
          <a:ln/>
        </p:spPr>
      </p:sp>
      <p:sp>
        <p:nvSpPr>
          <p:cNvPr id="39" name="Text 36"/>
          <p:cNvSpPr/>
          <p:nvPr/>
        </p:nvSpPr>
        <p:spPr>
          <a:xfrm>
            <a:off x="3593595" y="2338578"/>
            <a:ext cx="2057400" cy="754380"/>
          </a:xfrm>
          <a:prstGeom prst="rect">
            <a:avLst/>
          </a:prstGeom>
          <a:noFill/>
          <a:ln/>
        </p:spPr>
        <p:txBody>
          <a:bodyPr wrap="square" lIns="0" tIns="0" rIns="0" bIns="0" rtlCol="0" anchor="ctr"/>
          <a:lstStyle/>
          <a:p>
            <a:pPr algn="l" indent="0" marL="0">
              <a:lnSpc>
                <a:spcPts val="1552"/>
              </a:lnSpc>
              <a:buNone/>
            </a:pPr>
            <a:r>
              <a:rPr lang="en-US" sz="1283" dirty="0">
                <a:solidFill>
                  <a:srgbClr val="FFFFFF">
                    <a:alpha val="99000"/>
                  </a:srgbClr>
                </a:solidFill>
                <a:latin typeface="Inter" pitchFamily="34" charset="0"/>
                <a:ea typeface="Inter" pitchFamily="34" charset="-122"/>
                <a:cs typeface="Inter" pitchFamily="34" charset="-120"/>
              </a:rPr>
              <a:t>오른쪽으로</a:t>
            </a:r>
            <a:endParaRPr lang="en-US" sz="1283" dirty="0"/>
          </a:p>
          <a:p>
            <a:pPr algn="l" indent="0" marL="0">
              <a:lnSpc>
                <a:spcPts val="1552"/>
              </a:lnSpc>
              <a:buNone/>
            </a:pPr>
            <a:r>
              <a:rPr lang="en-US" sz="1283" dirty="0">
                <a:solidFill>
                  <a:srgbClr val="FFFFFF">
                    <a:alpha val="99000"/>
                  </a:srgbClr>
                </a:solidFill>
                <a:latin typeface="Inter" pitchFamily="34" charset="0"/>
                <a:ea typeface="Inter" pitchFamily="34" charset="-122"/>
                <a:cs typeface="Inter" pitchFamily="34" charset="-120"/>
              </a:rPr>
              <a:t>벗어나는 구질</a:t>
            </a:r>
            <a:endParaRPr lang="en-US" sz="1283" dirty="0"/>
          </a:p>
        </p:txBody>
      </p:sp>
      <p:sp>
        <p:nvSpPr>
          <p:cNvPr id="40" name="Shape 37"/>
          <p:cNvSpPr/>
          <p:nvPr/>
        </p:nvSpPr>
        <p:spPr>
          <a:xfrm>
            <a:off x="3593595" y="3374136"/>
            <a:ext cx="2057400" cy="219456"/>
          </a:xfrm>
          <a:prstGeom prst="rect">
            <a:avLst/>
          </a:prstGeom>
          <a:noFill/>
          <a:ln/>
        </p:spPr>
      </p:sp>
      <p:sp>
        <p:nvSpPr>
          <p:cNvPr id="41" name="Shape 38"/>
          <p:cNvSpPr/>
          <p:nvPr/>
        </p:nvSpPr>
        <p:spPr>
          <a:xfrm>
            <a:off x="3593595" y="3374136"/>
            <a:ext cx="2057400" cy="219456"/>
          </a:xfrm>
          <a:prstGeom prst="rect">
            <a:avLst/>
          </a:prstGeom>
          <a:noFill/>
          <a:ln/>
        </p:spPr>
      </p:sp>
      <p:sp>
        <p:nvSpPr>
          <p:cNvPr id="42" name="Text 39"/>
          <p:cNvSpPr/>
          <p:nvPr/>
        </p:nvSpPr>
        <p:spPr>
          <a:xfrm>
            <a:off x="3593595" y="3374136"/>
            <a:ext cx="2057400" cy="219456"/>
          </a:xfrm>
          <a:prstGeom prst="rect">
            <a:avLst/>
          </a:prstGeom>
          <a:noFill/>
          <a:ln/>
        </p:spPr>
        <p:txBody>
          <a:bodyPr wrap="square" lIns="0" tIns="0" rIns="0" bIns="0" rtlCol="0" anchor="ctr"/>
          <a:lstStyle/>
          <a:p>
            <a:pPr algn="l" indent="0" marL="0">
              <a:lnSpc>
                <a:spcPts val="1466"/>
              </a:lnSpc>
              <a:buNone/>
            </a:pPr>
            <a:r>
              <a:rPr lang="en-US" sz="1211" dirty="0">
                <a:solidFill>
                  <a:srgbClr val="DDDDDD">
                    <a:alpha val="99000"/>
                  </a:srgbClr>
                </a:solidFill>
                <a:latin typeface="Inter" pitchFamily="34" charset="0"/>
                <a:ea typeface="Inter" pitchFamily="34" charset="-122"/>
                <a:cs typeface="Inter" pitchFamily="34" charset="-120"/>
              </a:rPr>
              <a:t>원인 단정 제외</a:t>
            </a:r>
            <a:endParaRPr lang="en-US" sz="1211" dirty="0"/>
          </a:p>
        </p:txBody>
      </p:sp>
      <p:sp>
        <p:nvSpPr>
          <p:cNvPr id="43" name="Shape 40"/>
          <p:cNvSpPr/>
          <p:nvPr/>
        </p:nvSpPr>
        <p:spPr>
          <a:xfrm>
            <a:off x="5952744" y="2606040"/>
            <a:ext cx="294894" cy="274320"/>
          </a:xfrm>
          <a:prstGeom prst="rect">
            <a:avLst/>
          </a:prstGeom>
          <a:noFill/>
          <a:ln/>
        </p:spPr>
      </p:sp>
      <p:sp>
        <p:nvSpPr>
          <p:cNvPr id="44" name="Shape 41"/>
          <p:cNvSpPr/>
          <p:nvPr/>
        </p:nvSpPr>
        <p:spPr>
          <a:xfrm>
            <a:off x="5952744" y="2606040"/>
            <a:ext cx="294894" cy="274320"/>
          </a:xfrm>
          <a:prstGeom prst="rect">
            <a:avLst/>
          </a:prstGeom>
          <a:noFill/>
          <a:ln/>
        </p:spPr>
      </p:sp>
      <p:sp>
        <p:nvSpPr>
          <p:cNvPr id="45" name="Text 42"/>
          <p:cNvSpPr/>
          <p:nvPr/>
        </p:nvSpPr>
        <p:spPr>
          <a:xfrm>
            <a:off x="5952744" y="2606040"/>
            <a:ext cx="294894" cy="274320"/>
          </a:xfrm>
          <a:prstGeom prst="rect">
            <a:avLst/>
          </a:prstGeom>
          <a:noFill/>
          <a:ln/>
        </p:spPr>
        <p:txBody>
          <a:bodyPr wrap="square" lIns="0" tIns="0" rIns="0" bIns="0" rtlCol="0" anchor="ctr"/>
          <a:lstStyle/>
          <a:p>
            <a:pPr algn="l" indent="0" marL="0">
              <a:lnSpc>
                <a:spcPts val="2156"/>
              </a:lnSpc>
              <a:buNone/>
            </a:pPr>
            <a:r>
              <a:rPr lang="en-US" sz="1781" dirty="0">
                <a:solidFill>
                  <a:srgbClr val="24805B">
                    <a:alpha val="99000"/>
                  </a:srgbClr>
                </a:solidFill>
                <a:latin typeface="Inter" pitchFamily="34" charset="0"/>
                <a:ea typeface="Inter" pitchFamily="34" charset="-122"/>
                <a:cs typeface="Inter" pitchFamily="34" charset="-120"/>
              </a:rPr>
              <a:t>→</a:t>
            </a:r>
            <a:endParaRPr lang="en-US" sz="1781" dirty="0"/>
          </a:p>
        </p:txBody>
      </p:sp>
      <p:sp>
        <p:nvSpPr>
          <p:cNvPr id="46" name="Shape 43"/>
          <p:cNvSpPr/>
          <p:nvPr/>
        </p:nvSpPr>
        <p:spPr>
          <a:xfrm>
            <a:off x="6371081" y="1508760"/>
            <a:ext cx="2187702" cy="1131570"/>
          </a:xfrm>
          <a:prstGeom prst="roundRect">
            <a:avLst/>
          </a:prstGeom>
          <a:solidFill>
            <a:srgbClr val="FAFAFA"/>
          </a:solidFill>
          <a:ln w="3167">
            <a:solidFill>
              <a:srgbClr val="E7E7E7"/>
            </a:solidFill>
            <a:prstDash val="solid"/>
          </a:ln>
        </p:spPr>
      </p:sp>
      <p:sp>
        <p:nvSpPr>
          <p:cNvPr id="47" name="Shape 44"/>
          <p:cNvSpPr/>
          <p:nvPr/>
        </p:nvSpPr>
        <p:spPr>
          <a:xfrm>
            <a:off x="6542531" y="1687068"/>
            <a:ext cx="1844802" cy="308610"/>
          </a:xfrm>
          <a:prstGeom prst="rect">
            <a:avLst/>
          </a:prstGeom>
          <a:noFill/>
          <a:ln/>
        </p:spPr>
      </p:sp>
      <p:sp>
        <p:nvSpPr>
          <p:cNvPr id="48" name="Shape 45"/>
          <p:cNvSpPr/>
          <p:nvPr/>
        </p:nvSpPr>
        <p:spPr>
          <a:xfrm>
            <a:off x="6542531" y="1687068"/>
            <a:ext cx="1844802" cy="308610"/>
          </a:xfrm>
          <a:prstGeom prst="rect">
            <a:avLst/>
          </a:prstGeom>
          <a:noFill/>
          <a:ln/>
        </p:spPr>
      </p:sp>
      <p:sp>
        <p:nvSpPr>
          <p:cNvPr id="49" name="Text 46"/>
          <p:cNvSpPr/>
          <p:nvPr/>
        </p:nvSpPr>
        <p:spPr>
          <a:xfrm>
            <a:off x="6542531" y="1687068"/>
            <a:ext cx="1844802" cy="308610"/>
          </a:xfrm>
          <a:prstGeom prst="rect">
            <a:avLst/>
          </a:prstGeom>
          <a:noFill/>
          <a:ln/>
        </p:spPr>
        <p:txBody>
          <a:bodyPr wrap="square" lIns="0" tIns="0" rIns="0" bIns="0" rtlCol="0" anchor="ctr"/>
          <a:lstStyle/>
          <a:p>
            <a:pPr algn="l" indent="0" marL="0">
              <a:lnSpc>
                <a:spcPts val="1725"/>
              </a:lnSpc>
              <a:buNone/>
            </a:pPr>
            <a:r>
              <a:rPr lang="en-US" sz="1425" b="1" dirty="0">
                <a:solidFill>
                  <a:srgbClr val="171717">
                    <a:alpha val="99000"/>
                  </a:srgbClr>
                </a:solidFill>
                <a:latin typeface="Inter" pitchFamily="34" charset="0"/>
                <a:ea typeface="Inter" pitchFamily="34" charset="-122"/>
                <a:cs typeface="Inter" pitchFamily="34" charset="-120"/>
              </a:rPr>
              <a:t>정보 부족</a:t>
            </a:r>
            <a:endParaRPr lang="en-US" sz="1425" dirty="0"/>
          </a:p>
        </p:txBody>
      </p:sp>
      <p:sp>
        <p:nvSpPr>
          <p:cNvPr id="50" name="Shape 47"/>
          <p:cNvSpPr/>
          <p:nvPr/>
        </p:nvSpPr>
        <p:spPr>
          <a:xfrm>
            <a:off x="6542531" y="2187702"/>
            <a:ext cx="1844802" cy="315467"/>
          </a:xfrm>
          <a:prstGeom prst="rect">
            <a:avLst/>
          </a:prstGeom>
          <a:noFill/>
          <a:ln/>
        </p:spPr>
      </p:sp>
      <p:sp>
        <p:nvSpPr>
          <p:cNvPr id="51" name="Shape 48"/>
          <p:cNvSpPr/>
          <p:nvPr/>
        </p:nvSpPr>
        <p:spPr>
          <a:xfrm>
            <a:off x="6542531" y="2187702"/>
            <a:ext cx="1844802" cy="315467"/>
          </a:xfrm>
          <a:prstGeom prst="rect">
            <a:avLst/>
          </a:prstGeom>
          <a:noFill/>
          <a:ln/>
        </p:spPr>
      </p:sp>
      <p:sp>
        <p:nvSpPr>
          <p:cNvPr id="52" name="Text 49"/>
          <p:cNvSpPr/>
          <p:nvPr/>
        </p:nvSpPr>
        <p:spPr>
          <a:xfrm>
            <a:off x="6542531" y="2187702"/>
            <a:ext cx="1844802" cy="315467"/>
          </a:xfrm>
          <a:prstGeom prst="rect">
            <a:avLst/>
          </a:prstGeom>
          <a:noFill/>
          <a:ln/>
        </p:spPr>
        <p:txBody>
          <a:bodyPr wrap="square" lIns="0" tIns="0" rIns="0" bIns="0" rtlCol="0" anchor="ctr"/>
          <a:lstStyle/>
          <a:p>
            <a:pPr algn="l" indent="0" marL="0">
              <a:lnSpc>
                <a:spcPts val="1466"/>
              </a:lnSpc>
              <a:buNone/>
            </a:pPr>
            <a:r>
              <a:rPr lang="en-US" sz="1211" dirty="0">
                <a:solidFill>
                  <a:srgbClr val="707070">
                    <a:alpha val="99000"/>
                  </a:srgbClr>
                </a:solidFill>
                <a:latin typeface="Inter" pitchFamily="34" charset="0"/>
                <a:ea typeface="Inter" pitchFamily="34" charset="-122"/>
                <a:cs typeface="Inter" pitchFamily="34" charset="-120"/>
              </a:rPr>
              <a:t>확인 질문</a:t>
            </a:r>
            <a:endParaRPr lang="en-US" sz="1211" dirty="0"/>
          </a:p>
        </p:txBody>
      </p:sp>
      <p:sp>
        <p:nvSpPr>
          <p:cNvPr id="53" name="Shape 50"/>
          <p:cNvSpPr/>
          <p:nvPr/>
        </p:nvSpPr>
        <p:spPr>
          <a:xfrm>
            <a:off x="6371081" y="2818638"/>
            <a:ext cx="2187702" cy="1131570"/>
          </a:xfrm>
          <a:prstGeom prst="roundRect">
            <a:avLst/>
          </a:prstGeom>
          <a:solidFill>
            <a:srgbClr val="FAFAFA"/>
          </a:solidFill>
          <a:ln w="3167">
            <a:solidFill>
              <a:srgbClr val="E7E7E7"/>
            </a:solidFill>
            <a:prstDash val="solid"/>
          </a:ln>
        </p:spPr>
      </p:sp>
      <p:sp>
        <p:nvSpPr>
          <p:cNvPr id="54" name="Shape 51"/>
          <p:cNvSpPr/>
          <p:nvPr/>
        </p:nvSpPr>
        <p:spPr>
          <a:xfrm>
            <a:off x="6542531" y="2996946"/>
            <a:ext cx="1844802" cy="308610"/>
          </a:xfrm>
          <a:prstGeom prst="rect">
            <a:avLst/>
          </a:prstGeom>
          <a:noFill/>
          <a:ln/>
        </p:spPr>
      </p:sp>
      <p:sp>
        <p:nvSpPr>
          <p:cNvPr id="55" name="Shape 52"/>
          <p:cNvSpPr/>
          <p:nvPr/>
        </p:nvSpPr>
        <p:spPr>
          <a:xfrm>
            <a:off x="6542531" y="2996946"/>
            <a:ext cx="1844802" cy="308610"/>
          </a:xfrm>
          <a:prstGeom prst="rect">
            <a:avLst/>
          </a:prstGeom>
          <a:noFill/>
          <a:ln/>
        </p:spPr>
      </p:sp>
      <p:sp>
        <p:nvSpPr>
          <p:cNvPr id="56" name="Text 53"/>
          <p:cNvSpPr/>
          <p:nvPr/>
        </p:nvSpPr>
        <p:spPr>
          <a:xfrm>
            <a:off x="6542531" y="2996946"/>
            <a:ext cx="1844802" cy="308610"/>
          </a:xfrm>
          <a:prstGeom prst="rect">
            <a:avLst/>
          </a:prstGeom>
          <a:noFill/>
          <a:ln/>
        </p:spPr>
        <p:txBody>
          <a:bodyPr wrap="square" lIns="0" tIns="0" rIns="0" bIns="0" rtlCol="0" anchor="ctr"/>
          <a:lstStyle/>
          <a:p>
            <a:pPr algn="l" indent="0" marL="0">
              <a:lnSpc>
                <a:spcPts val="1725"/>
              </a:lnSpc>
              <a:buNone/>
            </a:pPr>
            <a:r>
              <a:rPr lang="en-US" sz="1425" b="1" dirty="0">
                <a:solidFill>
                  <a:srgbClr val="171717">
                    <a:alpha val="99000"/>
                  </a:srgbClr>
                </a:solidFill>
                <a:latin typeface="Inter" pitchFamily="34" charset="0"/>
                <a:ea typeface="Inter" pitchFamily="34" charset="-122"/>
                <a:cs typeface="Inter" pitchFamily="34" charset="-120"/>
              </a:rPr>
              <a:t>조건 확인</a:t>
            </a:r>
            <a:endParaRPr lang="en-US" sz="1425" dirty="0"/>
          </a:p>
        </p:txBody>
      </p:sp>
      <p:sp>
        <p:nvSpPr>
          <p:cNvPr id="57" name="Shape 54"/>
          <p:cNvSpPr/>
          <p:nvPr/>
        </p:nvSpPr>
        <p:spPr>
          <a:xfrm>
            <a:off x="6542531" y="3497580"/>
            <a:ext cx="1844802" cy="315467"/>
          </a:xfrm>
          <a:prstGeom prst="rect">
            <a:avLst/>
          </a:prstGeom>
          <a:noFill/>
          <a:ln/>
        </p:spPr>
      </p:sp>
      <p:sp>
        <p:nvSpPr>
          <p:cNvPr id="58" name="Shape 55"/>
          <p:cNvSpPr/>
          <p:nvPr/>
        </p:nvSpPr>
        <p:spPr>
          <a:xfrm>
            <a:off x="6542531" y="3497580"/>
            <a:ext cx="1844802" cy="315467"/>
          </a:xfrm>
          <a:prstGeom prst="rect">
            <a:avLst/>
          </a:prstGeom>
          <a:noFill/>
          <a:ln/>
        </p:spPr>
      </p:sp>
      <p:sp>
        <p:nvSpPr>
          <p:cNvPr id="59" name="Text 56"/>
          <p:cNvSpPr/>
          <p:nvPr/>
        </p:nvSpPr>
        <p:spPr>
          <a:xfrm>
            <a:off x="6542531" y="3497580"/>
            <a:ext cx="1844802" cy="315467"/>
          </a:xfrm>
          <a:prstGeom prst="rect">
            <a:avLst/>
          </a:prstGeom>
          <a:noFill/>
          <a:ln/>
        </p:spPr>
        <p:txBody>
          <a:bodyPr wrap="square" lIns="0" tIns="0" rIns="0" bIns="0" rtlCol="0" anchor="ctr"/>
          <a:lstStyle/>
          <a:p>
            <a:pPr algn="l" indent="0" marL="0">
              <a:lnSpc>
                <a:spcPts val="1466"/>
              </a:lnSpc>
              <a:buNone/>
            </a:pPr>
            <a:r>
              <a:rPr lang="en-US" sz="1211" dirty="0">
                <a:solidFill>
                  <a:srgbClr val="707070">
                    <a:alpha val="99000"/>
                  </a:srgbClr>
                </a:solidFill>
                <a:latin typeface="Inter" pitchFamily="34" charset="0"/>
                <a:ea typeface="Inter" pitchFamily="34" charset="-122"/>
                <a:cs typeface="Inter" pitchFamily="34" charset="-120"/>
              </a:rPr>
              <a:t>전문가 검색</a:t>
            </a:r>
            <a:endParaRPr lang="en-US" sz="1211" dirty="0"/>
          </a:p>
        </p:txBody>
      </p:sp>
      <p:sp>
        <p:nvSpPr>
          <p:cNvPr id="60" name="Shape 57"/>
          <p:cNvSpPr/>
          <p:nvPr/>
        </p:nvSpPr>
        <p:spPr>
          <a:xfrm>
            <a:off x="582932" y="4443984"/>
            <a:ext cx="7886700" cy="253746"/>
          </a:xfrm>
          <a:prstGeom prst="rect">
            <a:avLst/>
          </a:prstGeom>
          <a:noFill/>
          <a:ln/>
        </p:spPr>
      </p:sp>
      <p:sp>
        <p:nvSpPr>
          <p:cNvPr id="61" name="Shape 58"/>
          <p:cNvSpPr/>
          <p:nvPr/>
        </p:nvSpPr>
        <p:spPr>
          <a:xfrm>
            <a:off x="582932" y="4443984"/>
            <a:ext cx="7886700" cy="253746"/>
          </a:xfrm>
          <a:prstGeom prst="rect">
            <a:avLst/>
          </a:prstGeom>
          <a:noFill/>
          <a:ln/>
        </p:spPr>
      </p:sp>
      <p:sp>
        <p:nvSpPr>
          <p:cNvPr id="62" name="Text 59"/>
          <p:cNvSpPr/>
          <p:nvPr/>
        </p:nvSpPr>
        <p:spPr>
          <a:xfrm>
            <a:off x="582932" y="4443984"/>
            <a:ext cx="7886700" cy="253746"/>
          </a:xfrm>
          <a:prstGeom prst="rect">
            <a:avLst/>
          </a:prstGeom>
          <a:noFill/>
          <a:ln/>
        </p:spPr>
        <p:txBody>
          <a:bodyPr wrap="square" lIns="0" tIns="0" rIns="0" bIns="0" rtlCol="0" anchor="ctr"/>
          <a:lstStyle/>
          <a:p>
            <a:pPr algn="l" indent="0" marL="0">
              <a:lnSpc>
                <a:spcPts val="1207"/>
              </a:lnSpc>
              <a:buNone/>
            </a:pPr>
            <a:r>
              <a:rPr lang="en-US" sz="998" b="1" dirty="0">
                <a:solidFill>
                  <a:srgbClr val="24805B">
                    <a:alpha val="99000"/>
                  </a:srgbClr>
                </a:solidFill>
                <a:latin typeface="Inter" pitchFamily="34" charset="0"/>
                <a:ea typeface="Inter" pitchFamily="34" charset="-122"/>
                <a:cs typeface="Inter" pitchFamily="34" charset="-120"/>
              </a:rPr>
              <a:t>체감(FEEL) ≠ 관찰(OBSERVATION)</a:t>
            </a:r>
            <a:endParaRPr lang="en-US" sz="998"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32" y="288036"/>
            <a:ext cx="5966459" cy="192024"/>
          </a:xfrm>
          <a:prstGeom prst="rect">
            <a:avLst/>
          </a:prstGeom>
          <a:noFill/>
          <a:ln/>
        </p:spPr>
      </p:sp>
      <p:sp>
        <p:nvSpPr>
          <p:cNvPr id="4" name="Shape 1"/>
          <p:cNvSpPr/>
          <p:nvPr/>
        </p:nvSpPr>
        <p:spPr>
          <a:xfrm>
            <a:off x="582932" y="288036"/>
            <a:ext cx="5966459" cy="192024"/>
          </a:xfrm>
          <a:prstGeom prst="rect">
            <a:avLst/>
          </a:prstGeom>
          <a:noFill/>
          <a:ln/>
        </p:spPr>
      </p:sp>
      <p:sp>
        <p:nvSpPr>
          <p:cNvPr id="5" name="Text 2"/>
          <p:cNvSpPr/>
          <p:nvPr/>
        </p:nvSpPr>
        <p:spPr>
          <a:xfrm>
            <a:off x="582932" y="288036"/>
            <a:ext cx="5966459" cy="192024"/>
          </a:xfrm>
          <a:prstGeom prst="rect">
            <a:avLst/>
          </a:prstGeom>
          <a:noFill/>
          <a:ln/>
        </p:spPr>
        <p:txBody>
          <a:bodyPr wrap="square" lIns="0" tIns="0" rIns="0" bIns="0" rtlCol="0" anchor="ctr"/>
          <a:lstStyle/>
          <a:p>
            <a:pPr algn="l" indent="0" marL="0">
              <a:lnSpc>
                <a:spcPts val="905"/>
              </a:lnSpc>
              <a:buNone/>
            </a:pPr>
            <a:r>
              <a:rPr lang="en-US" sz="748" b="1" dirty="0">
                <a:solidFill>
                  <a:srgbClr val="707070">
                    <a:alpha val="99000"/>
                  </a:srgbClr>
                </a:solidFill>
                <a:latin typeface="Inter" pitchFamily="34" charset="0"/>
                <a:ea typeface="Inter" pitchFamily="34" charset="-122"/>
                <a:cs typeface="Inter" pitchFamily="34" charset="-120"/>
              </a:rPr>
              <a:t>TECHNICAL DESIGN · SECTION 06</a:t>
            </a:r>
            <a:endParaRPr lang="en-US" sz="748" dirty="0"/>
          </a:p>
        </p:txBody>
      </p:sp>
      <p:sp>
        <p:nvSpPr>
          <p:cNvPr id="6" name="Shape 3"/>
          <p:cNvSpPr/>
          <p:nvPr/>
        </p:nvSpPr>
        <p:spPr>
          <a:xfrm>
            <a:off x="582932" y="603504"/>
            <a:ext cx="7989570" cy="425196"/>
          </a:xfrm>
          <a:prstGeom prst="rect">
            <a:avLst/>
          </a:prstGeom>
          <a:noFill/>
          <a:ln/>
        </p:spPr>
      </p:sp>
      <p:sp>
        <p:nvSpPr>
          <p:cNvPr id="7" name="Shape 4"/>
          <p:cNvSpPr/>
          <p:nvPr/>
        </p:nvSpPr>
        <p:spPr>
          <a:xfrm>
            <a:off x="582932" y="603504"/>
            <a:ext cx="7989570" cy="425196"/>
          </a:xfrm>
          <a:prstGeom prst="rect">
            <a:avLst/>
          </a:prstGeom>
          <a:noFill/>
          <a:ln/>
        </p:spPr>
      </p:sp>
      <p:sp>
        <p:nvSpPr>
          <p:cNvPr id="8" name="Text 5"/>
          <p:cNvSpPr/>
          <p:nvPr/>
        </p:nvSpPr>
        <p:spPr>
          <a:xfrm>
            <a:off x="582932" y="603504"/>
            <a:ext cx="7989570" cy="425196"/>
          </a:xfrm>
          <a:prstGeom prst="rect">
            <a:avLst/>
          </a:prstGeom>
          <a:noFill/>
          <a:ln/>
        </p:spPr>
        <p:txBody>
          <a:bodyPr wrap="square" lIns="0" tIns="0" rIns="0" bIns="0" rtlCol="0" anchor="ctr"/>
          <a:lstStyle/>
          <a:p>
            <a:pPr algn="l" indent="0" marL="0">
              <a:lnSpc>
                <a:spcPts val="2501"/>
              </a:lnSpc>
              <a:buNone/>
            </a:pPr>
            <a:r>
              <a:rPr lang="en-US" sz="2066" b="1" dirty="0">
                <a:solidFill>
                  <a:srgbClr val="171717">
                    <a:alpha val="99000"/>
                  </a:srgbClr>
                </a:solidFill>
                <a:latin typeface="Inter" pitchFamily="34" charset="0"/>
                <a:ea typeface="Inter" pitchFamily="34" charset="-122"/>
                <a:cs typeface="Inter" pitchFamily="34" charset="-120"/>
              </a:rPr>
              <a:t>핵심 USP · 영업형 대화</a:t>
            </a:r>
            <a:endParaRPr lang="en-US" sz="2066" dirty="0"/>
          </a:p>
        </p:txBody>
      </p:sp>
      <p:sp>
        <p:nvSpPr>
          <p:cNvPr id="9" name="Shape 6"/>
          <p:cNvSpPr/>
          <p:nvPr/>
        </p:nvSpPr>
        <p:spPr>
          <a:xfrm>
            <a:off x="6473949" y="253746"/>
            <a:ext cx="2084832" cy="274320"/>
          </a:xfrm>
          <a:prstGeom prst="roundRect">
            <a:avLst/>
          </a:prstGeom>
          <a:solidFill>
            <a:srgbClr val="EAF5EE"/>
          </a:solidFill>
          <a:ln w="3167">
            <a:solidFill>
              <a:srgbClr val="E7E7E7"/>
            </a:solidFill>
            <a:prstDash val="solid"/>
          </a:ln>
        </p:spPr>
      </p:sp>
      <p:sp>
        <p:nvSpPr>
          <p:cNvPr id="10" name="Shape 7"/>
          <p:cNvSpPr/>
          <p:nvPr/>
        </p:nvSpPr>
        <p:spPr>
          <a:xfrm>
            <a:off x="6542531" y="274320"/>
            <a:ext cx="1947672" cy="219456"/>
          </a:xfrm>
          <a:prstGeom prst="rect">
            <a:avLst/>
          </a:prstGeom>
          <a:noFill/>
          <a:ln/>
        </p:spPr>
      </p:sp>
      <p:sp>
        <p:nvSpPr>
          <p:cNvPr id="11" name="Shape 8"/>
          <p:cNvSpPr/>
          <p:nvPr/>
        </p:nvSpPr>
        <p:spPr>
          <a:xfrm>
            <a:off x="6542531" y="274320"/>
            <a:ext cx="1947672" cy="219456"/>
          </a:xfrm>
          <a:prstGeom prst="rect">
            <a:avLst/>
          </a:prstGeom>
          <a:noFill/>
          <a:ln/>
        </p:spPr>
      </p:sp>
      <p:sp>
        <p:nvSpPr>
          <p:cNvPr id="12" name="Text 9"/>
          <p:cNvSpPr/>
          <p:nvPr/>
        </p:nvSpPr>
        <p:spPr>
          <a:xfrm>
            <a:off x="6542531" y="274320"/>
            <a:ext cx="1947672" cy="219456"/>
          </a:xfrm>
          <a:prstGeom prst="rect">
            <a:avLst/>
          </a:prstGeom>
          <a:noFill/>
          <a:ln/>
        </p:spPr>
        <p:txBody>
          <a:bodyPr wrap="square" lIns="0" tIns="0" rIns="0" bIns="0" rtlCol="0" anchor="ctr"/>
          <a:lstStyle/>
          <a:p>
            <a:pPr algn="l" indent="0" marL="0">
              <a:lnSpc>
                <a:spcPts val="923"/>
              </a:lnSpc>
              <a:buNone/>
            </a:pPr>
            <a:r>
              <a:rPr lang="en-US" sz="762" b="1" dirty="0">
                <a:solidFill>
                  <a:srgbClr val="24805B">
                    <a:alpha val="99000"/>
                  </a:srgbClr>
                </a:solidFill>
                <a:latin typeface="Inter" pitchFamily="34" charset="0"/>
                <a:ea typeface="Inter" pitchFamily="34" charset="-122"/>
                <a:cs typeface="Inter" pitchFamily="34" charset="-120"/>
              </a:rPr>
              <a:t>별도 POC 기반 · 통합 설계안</a:t>
            </a:r>
            <a:endParaRPr lang="en-US" sz="762" dirty="0"/>
          </a:p>
        </p:txBody>
      </p:sp>
      <p:sp>
        <p:nvSpPr>
          <p:cNvPr id="13" name="Shape 10"/>
          <p:cNvSpPr/>
          <p:nvPr/>
        </p:nvSpPr>
        <p:spPr>
          <a:xfrm>
            <a:off x="7989568" y="4828032"/>
            <a:ext cx="569214" cy="164592"/>
          </a:xfrm>
          <a:prstGeom prst="rect">
            <a:avLst/>
          </a:prstGeom>
          <a:noFill/>
          <a:ln/>
        </p:spPr>
      </p:sp>
      <p:sp>
        <p:nvSpPr>
          <p:cNvPr id="14" name="Shape 11"/>
          <p:cNvSpPr/>
          <p:nvPr/>
        </p:nvSpPr>
        <p:spPr>
          <a:xfrm>
            <a:off x="7989568" y="4828032"/>
            <a:ext cx="569214" cy="164592"/>
          </a:xfrm>
          <a:prstGeom prst="rect">
            <a:avLst/>
          </a:prstGeom>
          <a:noFill/>
          <a:ln/>
        </p:spPr>
      </p:sp>
      <p:sp>
        <p:nvSpPr>
          <p:cNvPr id="15" name="Text 12"/>
          <p:cNvSpPr/>
          <p:nvPr/>
        </p:nvSpPr>
        <p:spPr>
          <a:xfrm>
            <a:off x="7989568" y="4828032"/>
            <a:ext cx="569214" cy="164592"/>
          </a:xfrm>
          <a:prstGeom prst="rect">
            <a:avLst/>
          </a:prstGeom>
          <a:noFill/>
          <a:ln/>
        </p:spPr>
        <p:txBody>
          <a:bodyPr wrap="square" lIns="0" tIns="0" rIns="0" bIns="0" rtlCol="0" anchor="ctr"/>
          <a:lstStyle/>
          <a:p>
            <a:pPr algn="l" indent="0" marL="0">
              <a:lnSpc>
                <a:spcPts val="862"/>
              </a:lnSpc>
              <a:buNone/>
            </a:pPr>
            <a:r>
              <a:rPr lang="en-US" sz="713" dirty="0">
                <a:solidFill>
                  <a:srgbClr val="707070">
                    <a:alpha val="99000"/>
                  </a:srgbClr>
                </a:solidFill>
                <a:latin typeface="Inter" pitchFamily="34" charset="0"/>
                <a:ea typeface="Inter" pitchFamily="34" charset="-122"/>
                <a:cs typeface="Inter" pitchFamily="34" charset="-120"/>
              </a:rPr>
              <a:t>06 / 07</a:t>
            </a:r>
            <a:endParaRPr lang="en-US" sz="713" dirty="0"/>
          </a:p>
        </p:txBody>
      </p:sp>
      <p:sp>
        <p:nvSpPr>
          <p:cNvPr id="16" name="Shape 13"/>
          <p:cNvSpPr/>
          <p:nvPr/>
        </p:nvSpPr>
        <p:spPr>
          <a:xfrm>
            <a:off x="582932" y="1495044"/>
            <a:ext cx="7975854" cy="507492"/>
          </a:xfrm>
          <a:prstGeom prst="roundRect">
            <a:avLst/>
          </a:prstGeom>
          <a:solidFill>
            <a:srgbClr val="FAFAFA"/>
          </a:solidFill>
          <a:ln w="3167">
            <a:solidFill>
              <a:srgbClr val="E7E7E7"/>
            </a:solidFill>
            <a:prstDash val="solid"/>
          </a:ln>
        </p:spPr>
      </p:sp>
      <p:sp>
        <p:nvSpPr>
          <p:cNvPr id="17" name="Shape 14"/>
          <p:cNvSpPr/>
          <p:nvPr/>
        </p:nvSpPr>
        <p:spPr>
          <a:xfrm>
            <a:off x="768093" y="1611630"/>
            <a:ext cx="1892808" cy="233172"/>
          </a:xfrm>
          <a:prstGeom prst="rect">
            <a:avLst/>
          </a:prstGeom>
          <a:noFill/>
          <a:ln/>
        </p:spPr>
      </p:sp>
      <p:sp>
        <p:nvSpPr>
          <p:cNvPr id="18" name="Shape 15"/>
          <p:cNvSpPr/>
          <p:nvPr/>
        </p:nvSpPr>
        <p:spPr>
          <a:xfrm>
            <a:off x="768093" y="1611630"/>
            <a:ext cx="1892808" cy="233172"/>
          </a:xfrm>
          <a:prstGeom prst="rect">
            <a:avLst/>
          </a:prstGeom>
          <a:noFill/>
          <a:ln/>
        </p:spPr>
      </p:sp>
      <p:sp>
        <p:nvSpPr>
          <p:cNvPr id="19" name="Text 16"/>
          <p:cNvSpPr/>
          <p:nvPr/>
        </p:nvSpPr>
        <p:spPr>
          <a:xfrm>
            <a:off x="768093" y="1611630"/>
            <a:ext cx="1892808" cy="233172"/>
          </a:xfrm>
          <a:prstGeom prst="rect">
            <a:avLst/>
          </a:prstGeom>
          <a:noFill/>
          <a:ln/>
        </p:spPr>
        <p:txBody>
          <a:bodyPr wrap="square" lIns="0" tIns="0" rIns="0" bIns="0" rtlCol="0" anchor="ctr"/>
          <a:lstStyle/>
          <a:p>
            <a:pPr algn="l" indent="0" marL="0">
              <a:lnSpc>
                <a:spcPts val="1380"/>
              </a:lnSpc>
              <a:buNone/>
            </a:pPr>
            <a:r>
              <a:rPr lang="en-US" sz="1140" b="1" dirty="0">
                <a:solidFill>
                  <a:srgbClr val="171717">
                    <a:alpha val="99000"/>
                  </a:srgbClr>
                </a:solidFill>
                <a:latin typeface="Inter" pitchFamily="34" charset="0"/>
                <a:ea typeface="Inter" pitchFamily="34" charset="-122"/>
                <a:cs typeface="Inter" pitchFamily="34" charset="-120"/>
              </a:rPr>
              <a:t>정보 부족</a:t>
            </a:r>
            <a:endParaRPr lang="en-US" sz="1140" dirty="0"/>
          </a:p>
        </p:txBody>
      </p:sp>
      <p:sp>
        <p:nvSpPr>
          <p:cNvPr id="20" name="Shape 17"/>
          <p:cNvSpPr/>
          <p:nvPr/>
        </p:nvSpPr>
        <p:spPr>
          <a:xfrm>
            <a:off x="2585470" y="1604772"/>
            <a:ext cx="308610" cy="274320"/>
          </a:xfrm>
          <a:prstGeom prst="rect">
            <a:avLst/>
          </a:prstGeom>
          <a:noFill/>
          <a:ln/>
        </p:spPr>
      </p:sp>
      <p:sp>
        <p:nvSpPr>
          <p:cNvPr id="21" name="Shape 18"/>
          <p:cNvSpPr/>
          <p:nvPr/>
        </p:nvSpPr>
        <p:spPr>
          <a:xfrm>
            <a:off x="2585470" y="1604772"/>
            <a:ext cx="308610" cy="274320"/>
          </a:xfrm>
          <a:prstGeom prst="rect">
            <a:avLst/>
          </a:prstGeom>
          <a:noFill/>
          <a:ln/>
        </p:spPr>
      </p:sp>
      <p:sp>
        <p:nvSpPr>
          <p:cNvPr id="22" name="Text 19"/>
          <p:cNvSpPr/>
          <p:nvPr/>
        </p:nvSpPr>
        <p:spPr>
          <a:xfrm>
            <a:off x="2585470" y="1604772"/>
            <a:ext cx="308610" cy="274320"/>
          </a:xfrm>
          <a:prstGeom prst="rect">
            <a:avLst/>
          </a:prstGeom>
          <a:noFill/>
          <a:ln/>
        </p:spPr>
        <p:txBody>
          <a:bodyPr wrap="square" lIns="0" tIns="0" rIns="0" bIns="0" rtlCol="0" anchor="ctr"/>
          <a:lstStyle/>
          <a:p>
            <a:pPr algn="l" indent="0" marL="0">
              <a:lnSpc>
                <a:spcPts val="2156"/>
              </a:lnSpc>
              <a:buNone/>
            </a:pPr>
            <a:r>
              <a:rPr lang="en-US" sz="1781" dirty="0">
                <a:solidFill>
                  <a:srgbClr val="24805B">
                    <a:alpha val="99000"/>
                  </a:srgbClr>
                </a:solidFill>
                <a:latin typeface="Inter" pitchFamily="34" charset="0"/>
                <a:ea typeface="Inter" pitchFamily="34" charset="-122"/>
                <a:cs typeface="Inter" pitchFamily="34" charset="-120"/>
              </a:rPr>
              <a:t>→</a:t>
            </a:r>
            <a:endParaRPr lang="en-US" sz="1781" dirty="0"/>
          </a:p>
        </p:txBody>
      </p:sp>
      <p:sp>
        <p:nvSpPr>
          <p:cNvPr id="23" name="Shape 20"/>
          <p:cNvSpPr/>
          <p:nvPr/>
        </p:nvSpPr>
        <p:spPr>
          <a:xfrm>
            <a:off x="3079245" y="1611630"/>
            <a:ext cx="2743200" cy="233172"/>
          </a:xfrm>
          <a:prstGeom prst="rect">
            <a:avLst/>
          </a:prstGeom>
          <a:noFill/>
          <a:ln/>
        </p:spPr>
      </p:sp>
      <p:sp>
        <p:nvSpPr>
          <p:cNvPr id="24" name="Shape 21"/>
          <p:cNvSpPr/>
          <p:nvPr/>
        </p:nvSpPr>
        <p:spPr>
          <a:xfrm>
            <a:off x="3079245" y="1611630"/>
            <a:ext cx="2743200" cy="233172"/>
          </a:xfrm>
          <a:prstGeom prst="rect">
            <a:avLst/>
          </a:prstGeom>
          <a:noFill/>
          <a:ln/>
        </p:spPr>
      </p:sp>
      <p:sp>
        <p:nvSpPr>
          <p:cNvPr id="25" name="Text 22"/>
          <p:cNvSpPr/>
          <p:nvPr/>
        </p:nvSpPr>
        <p:spPr>
          <a:xfrm>
            <a:off x="3079245" y="1611630"/>
            <a:ext cx="2743200" cy="233172"/>
          </a:xfrm>
          <a:prstGeom prst="rect">
            <a:avLst/>
          </a:prstGeom>
          <a:noFill/>
          <a:ln/>
        </p:spPr>
        <p:txBody>
          <a:bodyPr wrap="square" lIns="0" tIns="0" rIns="0" bIns="0" rtlCol="0" anchor="ctr"/>
          <a:lstStyle/>
          <a:p>
            <a:pPr algn="l" indent="0" marL="0">
              <a:lnSpc>
                <a:spcPts val="1466"/>
              </a:lnSpc>
              <a:buNone/>
            </a:pPr>
            <a:r>
              <a:rPr lang="en-US" sz="1211" b="1" dirty="0">
                <a:solidFill>
                  <a:srgbClr val="171717">
                    <a:alpha val="99000"/>
                  </a:srgbClr>
                </a:solidFill>
                <a:latin typeface="Inter" pitchFamily="34" charset="0"/>
                <a:ea typeface="Inter" pitchFamily="34" charset="-122"/>
                <a:cs typeface="Inter" pitchFamily="34" charset="-120"/>
              </a:rPr>
              <a:t>질문 하나</a:t>
            </a:r>
            <a:endParaRPr lang="en-US" sz="1211" dirty="0"/>
          </a:p>
        </p:txBody>
      </p:sp>
      <p:sp>
        <p:nvSpPr>
          <p:cNvPr id="26" name="Shape 23"/>
          <p:cNvSpPr/>
          <p:nvPr/>
        </p:nvSpPr>
        <p:spPr>
          <a:xfrm>
            <a:off x="6254493" y="1611630"/>
            <a:ext cx="2084832" cy="233172"/>
          </a:xfrm>
          <a:prstGeom prst="rect">
            <a:avLst/>
          </a:prstGeom>
          <a:noFill/>
          <a:ln/>
        </p:spPr>
      </p:sp>
      <p:sp>
        <p:nvSpPr>
          <p:cNvPr id="27" name="Shape 24"/>
          <p:cNvSpPr/>
          <p:nvPr/>
        </p:nvSpPr>
        <p:spPr>
          <a:xfrm>
            <a:off x="6254493" y="1611630"/>
            <a:ext cx="2084832" cy="233172"/>
          </a:xfrm>
          <a:prstGeom prst="rect">
            <a:avLst/>
          </a:prstGeom>
          <a:noFill/>
          <a:ln/>
        </p:spPr>
      </p:sp>
      <p:sp>
        <p:nvSpPr>
          <p:cNvPr id="28" name="Text 25"/>
          <p:cNvSpPr/>
          <p:nvPr/>
        </p:nvSpPr>
        <p:spPr>
          <a:xfrm>
            <a:off x="6254493" y="1611630"/>
            <a:ext cx="2084832" cy="233172"/>
          </a:xfrm>
          <a:prstGeom prst="rect">
            <a:avLst/>
          </a:prstGeom>
          <a:noFill/>
          <a:ln/>
        </p:spPr>
        <p:txBody>
          <a:bodyPr wrap="square" lIns="0" tIns="0" rIns="0" bIns="0" rtlCol="0" anchor="ctr"/>
          <a:lstStyle/>
          <a:p>
            <a:pPr algn="l" indent="0" marL="0">
              <a:lnSpc>
                <a:spcPts val="1466"/>
              </a:lnSpc>
              <a:buNone/>
            </a:pPr>
            <a:r>
              <a:rPr lang="en-US" sz="1211" dirty="0">
                <a:solidFill>
                  <a:srgbClr val="707070">
                    <a:alpha val="99000"/>
                  </a:srgbClr>
                </a:solidFill>
                <a:latin typeface="Inter" pitchFamily="34" charset="0"/>
                <a:ea typeface="Inter" pitchFamily="34" charset="-122"/>
                <a:cs typeface="Inter" pitchFamily="34" charset="-120"/>
              </a:rPr>
              <a:t>문제 구체화</a:t>
            </a:r>
            <a:endParaRPr lang="en-US" sz="1211" dirty="0"/>
          </a:p>
        </p:txBody>
      </p:sp>
      <p:sp>
        <p:nvSpPr>
          <p:cNvPr id="29" name="Shape 26"/>
          <p:cNvSpPr/>
          <p:nvPr/>
        </p:nvSpPr>
        <p:spPr>
          <a:xfrm>
            <a:off x="582932" y="2125980"/>
            <a:ext cx="7975854" cy="507492"/>
          </a:xfrm>
          <a:prstGeom prst="roundRect">
            <a:avLst/>
          </a:prstGeom>
          <a:solidFill>
            <a:srgbClr val="1C1C1C"/>
          </a:solidFill>
          <a:ln w="3167">
            <a:solidFill>
              <a:srgbClr val="1C1C1C"/>
            </a:solidFill>
            <a:prstDash val="solid"/>
          </a:ln>
        </p:spPr>
      </p:sp>
      <p:sp>
        <p:nvSpPr>
          <p:cNvPr id="30" name="Shape 27"/>
          <p:cNvSpPr/>
          <p:nvPr/>
        </p:nvSpPr>
        <p:spPr>
          <a:xfrm>
            <a:off x="768093" y="2242566"/>
            <a:ext cx="1892808" cy="233172"/>
          </a:xfrm>
          <a:prstGeom prst="rect">
            <a:avLst/>
          </a:prstGeom>
          <a:noFill/>
          <a:ln/>
        </p:spPr>
      </p:sp>
      <p:sp>
        <p:nvSpPr>
          <p:cNvPr id="31" name="Shape 28"/>
          <p:cNvSpPr/>
          <p:nvPr/>
        </p:nvSpPr>
        <p:spPr>
          <a:xfrm>
            <a:off x="768093" y="2242566"/>
            <a:ext cx="1892808" cy="233172"/>
          </a:xfrm>
          <a:prstGeom prst="rect">
            <a:avLst/>
          </a:prstGeom>
          <a:noFill/>
          <a:ln/>
        </p:spPr>
      </p:sp>
      <p:sp>
        <p:nvSpPr>
          <p:cNvPr id="32" name="Text 29"/>
          <p:cNvSpPr/>
          <p:nvPr/>
        </p:nvSpPr>
        <p:spPr>
          <a:xfrm>
            <a:off x="768093" y="2242566"/>
            <a:ext cx="1892808" cy="233172"/>
          </a:xfrm>
          <a:prstGeom prst="rect">
            <a:avLst/>
          </a:prstGeom>
          <a:noFill/>
          <a:ln/>
        </p:spPr>
        <p:txBody>
          <a:bodyPr wrap="square" lIns="0" tIns="0" rIns="0" bIns="0" rtlCol="0" anchor="ctr"/>
          <a:lstStyle/>
          <a:p>
            <a:pPr algn="l" indent="0" marL="0">
              <a:lnSpc>
                <a:spcPts val="1380"/>
              </a:lnSpc>
              <a:buNone/>
            </a:pPr>
            <a:r>
              <a:rPr lang="en-US" sz="1140" b="1" dirty="0">
                <a:solidFill>
                  <a:srgbClr val="FFFFFF">
                    <a:alpha val="99000"/>
                  </a:srgbClr>
                </a:solidFill>
                <a:latin typeface="Inter" pitchFamily="34" charset="0"/>
                <a:ea typeface="Inter" pitchFamily="34" charset="-122"/>
                <a:cs typeface="Inter" pitchFamily="34" charset="-120"/>
              </a:rPr>
              <a:t>질문 명확</a:t>
            </a:r>
            <a:endParaRPr lang="en-US" sz="1140" dirty="0"/>
          </a:p>
        </p:txBody>
      </p:sp>
      <p:sp>
        <p:nvSpPr>
          <p:cNvPr id="33" name="Shape 30"/>
          <p:cNvSpPr/>
          <p:nvPr/>
        </p:nvSpPr>
        <p:spPr>
          <a:xfrm>
            <a:off x="2585470" y="2235708"/>
            <a:ext cx="308610" cy="274320"/>
          </a:xfrm>
          <a:prstGeom prst="rect">
            <a:avLst/>
          </a:prstGeom>
          <a:noFill/>
          <a:ln/>
        </p:spPr>
      </p:sp>
      <p:sp>
        <p:nvSpPr>
          <p:cNvPr id="34" name="Shape 31"/>
          <p:cNvSpPr/>
          <p:nvPr/>
        </p:nvSpPr>
        <p:spPr>
          <a:xfrm>
            <a:off x="2585470" y="2235708"/>
            <a:ext cx="308610" cy="274320"/>
          </a:xfrm>
          <a:prstGeom prst="rect">
            <a:avLst/>
          </a:prstGeom>
          <a:noFill/>
          <a:ln/>
        </p:spPr>
      </p:sp>
      <p:sp>
        <p:nvSpPr>
          <p:cNvPr id="35" name="Text 32"/>
          <p:cNvSpPr/>
          <p:nvPr/>
        </p:nvSpPr>
        <p:spPr>
          <a:xfrm>
            <a:off x="2585470" y="2235708"/>
            <a:ext cx="308610" cy="274320"/>
          </a:xfrm>
          <a:prstGeom prst="rect">
            <a:avLst/>
          </a:prstGeom>
          <a:noFill/>
          <a:ln/>
        </p:spPr>
        <p:txBody>
          <a:bodyPr wrap="square" lIns="0" tIns="0" rIns="0" bIns="0" rtlCol="0" anchor="ctr"/>
          <a:lstStyle/>
          <a:p>
            <a:pPr algn="l" indent="0" marL="0">
              <a:lnSpc>
                <a:spcPts val="2156"/>
              </a:lnSpc>
              <a:buNone/>
            </a:pPr>
            <a:r>
              <a:rPr lang="en-US" sz="1781" dirty="0">
                <a:solidFill>
                  <a:srgbClr val="24805B">
                    <a:alpha val="99000"/>
                  </a:srgbClr>
                </a:solidFill>
                <a:latin typeface="Inter" pitchFamily="34" charset="0"/>
                <a:ea typeface="Inter" pitchFamily="34" charset="-122"/>
                <a:cs typeface="Inter" pitchFamily="34" charset="-120"/>
              </a:rPr>
              <a:t>→</a:t>
            </a:r>
            <a:endParaRPr lang="en-US" sz="1781" dirty="0"/>
          </a:p>
        </p:txBody>
      </p:sp>
      <p:sp>
        <p:nvSpPr>
          <p:cNvPr id="36" name="Shape 33"/>
          <p:cNvSpPr/>
          <p:nvPr/>
        </p:nvSpPr>
        <p:spPr>
          <a:xfrm>
            <a:off x="3079245" y="2242566"/>
            <a:ext cx="2743200" cy="233172"/>
          </a:xfrm>
          <a:prstGeom prst="rect">
            <a:avLst/>
          </a:prstGeom>
          <a:noFill/>
          <a:ln/>
        </p:spPr>
      </p:sp>
      <p:sp>
        <p:nvSpPr>
          <p:cNvPr id="37" name="Shape 34"/>
          <p:cNvSpPr/>
          <p:nvPr/>
        </p:nvSpPr>
        <p:spPr>
          <a:xfrm>
            <a:off x="3079245" y="2242566"/>
            <a:ext cx="2743200" cy="233172"/>
          </a:xfrm>
          <a:prstGeom prst="rect">
            <a:avLst/>
          </a:prstGeom>
          <a:noFill/>
          <a:ln/>
        </p:spPr>
      </p:sp>
      <p:sp>
        <p:nvSpPr>
          <p:cNvPr id="38" name="Text 35"/>
          <p:cNvSpPr/>
          <p:nvPr/>
        </p:nvSpPr>
        <p:spPr>
          <a:xfrm>
            <a:off x="3079245" y="2242566"/>
            <a:ext cx="2743200" cy="233172"/>
          </a:xfrm>
          <a:prstGeom prst="rect">
            <a:avLst/>
          </a:prstGeom>
          <a:noFill/>
          <a:ln/>
        </p:spPr>
        <p:txBody>
          <a:bodyPr wrap="square" lIns="0" tIns="0" rIns="0" bIns="0" rtlCol="0" anchor="ctr"/>
          <a:lstStyle/>
          <a:p>
            <a:pPr algn="l" indent="0" marL="0">
              <a:lnSpc>
                <a:spcPts val="1466"/>
              </a:lnSpc>
              <a:buNone/>
            </a:pPr>
            <a:r>
              <a:rPr lang="en-US" sz="1211" b="1" dirty="0">
                <a:solidFill>
                  <a:srgbClr val="FFFFFF">
                    <a:alpha val="99000"/>
                  </a:srgbClr>
                </a:solidFill>
                <a:latin typeface="Inter" pitchFamily="34" charset="0"/>
                <a:ea typeface="Inter" pitchFamily="34" charset="-122"/>
                <a:cs typeface="Inter" pitchFamily="34" charset="-120"/>
              </a:rPr>
              <a:t>설명 · 길이 조절</a:t>
            </a:r>
            <a:endParaRPr lang="en-US" sz="1211" dirty="0"/>
          </a:p>
        </p:txBody>
      </p:sp>
      <p:sp>
        <p:nvSpPr>
          <p:cNvPr id="39" name="Shape 36"/>
          <p:cNvSpPr/>
          <p:nvPr/>
        </p:nvSpPr>
        <p:spPr>
          <a:xfrm>
            <a:off x="6254493" y="2242566"/>
            <a:ext cx="2084832" cy="233172"/>
          </a:xfrm>
          <a:prstGeom prst="rect">
            <a:avLst/>
          </a:prstGeom>
          <a:noFill/>
          <a:ln/>
        </p:spPr>
      </p:sp>
      <p:sp>
        <p:nvSpPr>
          <p:cNvPr id="40" name="Shape 37"/>
          <p:cNvSpPr/>
          <p:nvPr/>
        </p:nvSpPr>
        <p:spPr>
          <a:xfrm>
            <a:off x="6254493" y="2242566"/>
            <a:ext cx="2084832" cy="233172"/>
          </a:xfrm>
          <a:prstGeom prst="rect">
            <a:avLst/>
          </a:prstGeom>
          <a:noFill/>
          <a:ln/>
        </p:spPr>
      </p:sp>
      <p:sp>
        <p:nvSpPr>
          <p:cNvPr id="41" name="Text 38"/>
          <p:cNvSpPr/>
          <p:nvPr/>
        </p:nvSpPr>
        <p:spPr>
          <a:xfrm>
            <a:off x="6254493" y="2242566"/>
            <a:ext cx="2084832" cy="233172"/>
          </a:xfrm>
          <a:prstGeom prst="rect">
            <a:avLst/>
          </a:prstGeom>
          <a:noFill/>
          <a:ln/>
        </p:spPr>
        <p:txBody>
          <a:bodyPr wrap="square" lIns="0" tIns="0" rIns="0" bIns="0" rtlCol="0" anchor="ctr"/>
          <a:lstStyle/>
          <a:p>
            <a:pPr algn="l" indent="0" marL="0">
              <a:lnSpc>
                <a:spcPts val="1466"/>
              </a:lnSpc>
              <a:buNone/>
            </a:pPr>
            <a:r>
              <a:rPr lang="en-US" sz="1211" dirty="0">
                <a:solidFill>
                  <a:srgbClr val="DDDDDD">
                    <a:alpha val="99000"/>
                  </a:srgbClr>
                </a:solidFill>
                <a:latin typeface="Inter" pitchFamily="34" charset="0"/>
                <a:ea typeface="Inter" pitchFamily="34" charset="-122"/>
                <a:cs typeface="Inter" pitchFamily="34" charset="-120"/>
              </a:rPr>
              <a:t>이해</a:t>
            </a:r>
            <a:endParaRPr lang="en-US" sz="1211" dirty="0"/>
          </a:p>
        </p:txBody>
      </p:sp>
      <p:sp>
        <p:nvSpPr>
          <p:cNvPr id="42" name="Shape 39"/>
          <p:cNvSpPr/>
          <p:nvPr/>
        </p:nvSpPr>
        <p:spPr>
          <a:xfrm>
            <a:off x="582932" y="2756916"/>
            <a:ext cx="7975854" cy="507492"/>
          </a:xfrm>
          <a:prstGeom prst="roundRect">
            <a:avLst/>
          </a:prstGeom>
          <a:solidFill>
            <a:srgbClr val="FAFAFA"/>
          </a:solidFill>
          <a:ln w="3167">
            <a:solidFill>
              <a:srgbClr val="E7E7E7"/>
            </a:solidFill>
            <a:prstDash val="solid"/>
          </a:ln>
        </p:spPr>
      </p:sp>
      <p:sp>
        <p:nvSpPr>
          <p:cNvPr id="43" name="Shape 40"/>
          <p:cNvSpPr/>
          <p:nvPr/>
        </p:nvSpPr>
        <p:spPr>
          <a:xfrm>
            <a:off x="768093" y="2873502"/>
            <a:ext cx="1892808" cy="233172"/>
          </a:xfrm>
          <a:prstGeom prst="rect">
            <a:avLst/>
          </a:prstGeom>
          <a:noFill/>
          <a:ln/>
        </p:spPr>
      </p:sp>
      <p:sp>
        <p:nvSpPr>
          <p:cNvPr id="44" name="Shape 41"/>
          <p:cNvSpPr/>
          <p:nvPr/>
        </p:nvSpPr>
        <p:spPr>
          <a:xfrm>
            <a:off x="768093" y="2873502"/>
            <a:ext cx="1892808" cy="233172"/>
          </a:xfrm>
          <a:prstGeom prst="rect">
            <a:avLst/>
          </a:prstGeom>
          <a:noFill/>
          <a:ln/>
        </p:spPr>
      </p:sp>
      <p:sp>
        <p:nvSpPr>
          <p:cNvPr id="45" name="Text 42"/>
          <p:cNvSpPr/>
          <p:nvPr/>
        </p:nvSpPr>
        <p:spPr>
          <a:xfrm>
            <a:off x="768093" y="2873502"/>
            <a:ext cx="1892808" cy="233172"/>
          </a:xfrm>
          <a:prstGeom prst="rect">
            <a:avLst/>
          </a:prstGeom>
          <a:noFill/>
          <a:ln/>
        </p:spPr>
        <p:txBody>
          <a:bodyPr wrap="square" lIns="0" tIns="0" rIns="0" bIns="0" rtlCol="0" anchor="ctr"/>
          <a:lstStyle/>
          <a:p>
            <a:pPr algn="l" indent="0" marL="0">
              <a:lnSpc>
                <a:spcPts val="1380"/>
              </a:lnSpc>
              <a:buNone/>
            </a:pPr>
            <a:r>
              <a:rPr lang="en-US" sz="1140" b="1" dirty="0">
                <a:solidFill>
                  <a:srgbClr val="171717">
                    <a:alpha val="99000"/>
                  </a:srgbClr>
                </a:solidFill>
                <a:latin typeface="Inter" pitchFamily="34" charset="0"/>
                <a:ea typeface="Inter" pitchFamily="34" charset="-122"/>
                <a:cs typeface="Inter" pitchFamily="34" charset="-120"/>
              </a:rPr>
              <a:t>개선 근거 확인</a:t>
            </a:r>
            <a:endParaRPr lang="en-US" sz="1140" dirty="0"/>
          </a:p>
        </p:txBody>
      </p:sp>
      <p:sp>
        <p:nvSpPr>
          <p:cNvPr id="46" name="Shape 43"/>
          <p:cNvSpPr/>
          <p:nvPr/>
        </p:nvSpPr>
        <p:spPr>
          <a:xfrm>
            <a:off x="2585470" y="2866644"/>
            <a:ext cx="308610" cy="274320"/>
          </a:xfrm>
          <a:prstGeom prst="rect">
            <a:avLst/>
          </a:prstGeom>
          <a:noFill/>
          <a:ln/>
        </p:spPr>
      </p:sp>
      <p:sp>
        <p:nvSpPr>
          <p:cNvPr id="47" name="Shape 44"/>
          <p:cNvSpPr/>
          <p:nvPr/>
        </p:nvSpPr>
        <p:spPr>
          <a:xfrm>
            <a:off x="2585470" y="2866644"/>
            <a:ext cx="308610" cy="274320"/>
          </a:xfrm>
          <a:prstGeom prst="rect">
            <a:avLst/>
          </a:prstGeom>
          <a:noFill/>
          <a:ln/>
        </p:spPr>
      </p:sp>
      <p:sp>
        <p:nvSpPr>
          <p:cNvPr id="48" name="Text 45"/>
          <p:cNvSpPr/>
          <p:nvPr/>
        </p:nvSpPr>
        <p:spPr>
          <a:xfrm>
            <a:off x="2585470" y="2866644"/>
            <a:ext cx="308610" cy="274320"/>
          </a:xfrm>
          <a:prstGeom prst="rect">
            <a:avLst/>
          </a:prstGeom>
          <a:noFill/>
          <a:ln/>
        </p:spPr>
        <p:txBody>
          <a:bodyPr wrap="square" lIns="0" tIns="0" rIns="0" bIns="0" rtlCol="0" anchor="ctr"/>
          <a:lstStyle/>
          <a:p>
            <a:pPr algn="l" indent="0" marL="0">
              <a:lnSpc>
                <a:spcPts val="2156"/>
              </a:lnSpc>
              <a:buNone/>
            </a:pPr>
            <a:r>
              <a:rPr lang="en-US" sz="1781" dirty="0">
                <a:solidFill>
                  <a:srgbClr val="24805B">
                    <a:alpha val="99000"/>
                  </a:srgbClr>
                </a:solidFill>
                <a:latin typeface="Inter" pitchFamily="34" charset="0"/>
                <a:ea typeface="Inter" pitchFamily="34" charset="-122"/>
                <a:cs typeface="Inter" pitchFamily="34" charset="-120"/>
              </a:rPr>
              <a:t>→</a:t>
            </a:r>
            <a:endParaRPr lang="en-US" sz="1781" dirty="0"/>
          </a:p>
        </p:txBody>
      </p:sp>
      <p:sp>
        <p:nvSpPr>
          <p:cNvPr id="49" name="Shape 46"/>
          <p:cNvSpPr/>
          <p:nvPr/>
        </p:nvSpPr>
        <p:spPr>
          <a:xfrm>
            <a:off x="3079245" y="2873502"/>
            <a:ext cx="2743200" cy="233172"/>
          </a:xfrm>
          <a:prstGeom prst="rect">
            <a:avLst/>
          </a:prstGeom>
          <a:noFill/>
          <a:ln/>
        </p:spPr>
      </p:sp>
      <p:sp>
        <p:nvSpPr>
          <p:cNvPr id="50" name="Shape 47"/>
          <p:cNvSpPr/>
          <p:nvPr/>
        </p:nvSpPr>
        <p:spPr>
          <a:xfrm>
            <a:off x="3079245" y="2873502"/>
            <a:ext cx="2743200" cy="233172"/>
          </a:xfrm>
          <a:prstGeom prst="rect">
            <a:avLst/>
          </a:prstGeom>
          <a:noFill/>
          <a:ln/>
        </p:spPr>
      </p:sp>
      <p:sp>
        <p:nvSpPr>
          <p:cNvPr id="51" name="Text 48"/>
          <p:cNvSpPr/>
          <p:nvPr/>
        </p:nvSpPr>
        <p:spPr>
          <a:xfrm>
            <a:off x="3079245" y="2873502"/>
            <a:ext cx="2743200" cy="233172"/>
          </a:xfrm>
          <a:prstGeom prst="rect">
            <a:avLst/>
          </a:prstGeom>
          <a:noFill/>
          <a:ln/>
        </p:spPr>
        <p:txBody>
          <a:bodyPr wrap="square" lIns="0" tIns="0" rIns="0" bIns="0" rtlCol="0" anchor="ctr"/>
          <a:lstStyle/>
          <a:p>
            <a:pPr algn="l" indent="0" marL="0">
              <a:lnSpc>
                <a:spcPts val="1466"/>
              </a:lnSpc>
              <a:buNone/>
            </a:pPr>
            <a:r>
              <a:rPr lang="en-US" sz="1211" b="1" dirty="0">
                <a:solidFill>
                  <a:srgbClr val="171717">
                    <a:alpha val="99000"/>
                  </a:srgbClr>
                </a:solidFill>
                <a:latin typeface="Inter" pitchFamily="34" charset="0"/>
                <a:ea typeface="Inter" pitchFamily="34" charset="-122"/>
                <a:cs typeface="Inter" pitchFamily="34" charset="-120"/>
              </a:rPr>
              <a:t>발전 인정</a:t>
            </a:r>
            <a:endParaRPr lang="en-US" sz="1211" dirty="0"/>
          </a:p>
        </p:txBody>
      </p:sp>
      <p:sp>
        <p:nvSpPr>
          <p:cNvPr id="52" name="Shape 49"/>
          <p:cNvSpPr/>
          <p:nvPr/>
        </p:nvSpPr>
        <p:spPr>
          <a:xfrm>
            <a:off x="6254493" y="2873502"/>
            <a:ext cx="2084832" cy="233172"/>
          </a:xfrm>
          <a:prstGeom prst="rect">
            <a:avLst/>
          </a:prstGeom>
          <a:noFill/>
          <a:ln/>
        </p:spPr>
      </p:sp>
      <p:sp>
        <p:nvSpPr>
          <p:cNvPr id="53" name="Shape 50"/>
          <p:cNvSpPr/>
          <p:nvPr/>
        </p:nvSpPr>
        <p:spPr>
          <a:xfrm>
            <a:off x="6254493" y="2873502"/>
            <a:ext cx="2084832" cy="233172"/>
          </a:xfrm>
          <a:prstGeom prst="rect">
            <a:avLst/>
          </a:prstGeom>
          <a:noFill/>
          <a:ln/>
        </p:spPr>
      </p:sp>
      <p:sp>
        <p:nvSpPr>
          <p:cNvPr id="54" name="Text 51"/>
          <p:cNvSpPr/>
          <p:nvPr/>
        </p:nvSpPr>
        <p:spPr>
          <a:xfrm>
            <a:off x="6254493" y="2873502"/>
            <a:ext cx="2084832" cy="233172"/>
          </a:xfrm>
          <a:prstGeom prst="rect">
            <a:avLst/>
          </a:prstGeom>
          <a:noFill/>
          <a:ln/>
        </p:spPr>
        <p:txBody>
          <a:bodyPr wrap="square" lIns="0" tIns="0" rIns="0" bIns="0" rtlCol="0" anchor="ctr"/>
          <a:lstStyle/>
          <a:p>
            <a:pPr algn="l" indent="0" marL="0">
              <a:lnSpc>
                <a:spcPts val="1466"/>
              </a:lnSpc>
              <a:buNone/>
            </a:pPr>
            <a:r>
              <a:rPr lang="en-US" sz="1211" dirty="0">
                <a:solidFill>
                  <a:srgbClr val="707070">
                    <a:alpha val="99000"/>
                  </a:srgbClr>
                </a:solidFill>
                <a:latin typeface="Inter" pitchFamily="34" charset="0"/>
                <a:ea typeface="Inter" pitchFamily="34" charset="-122"/>
                <a:cs typeface="Inter" pitchFamily="34" charset="-120"/>
              </a:rPr>
              <a:t>신뢰</a:t>
            </a:r>
            <a:endParaRPr lang="en-US" sz="1211" dirty="0"/>
          </a:p>
        </p:txBody>
      </p:sp>
      <p:sp>
        <p:nvSpPr>
          <p:cNvPr id="55" name="Shape 52"/>
          <p:cNvSpPr/>
          <p:nvPr/>
        </p:nvSpPr>
        <p:spPr>
          <a:xfrm>
            <a:off x="582932" y="3387852"/>
            <a:ext cx="7975854" cy="507492"/>
          </a:xfrm>
          <a:prstGeom prst="roundRect">
            <a:avLst/>
          </a:prstGeom>
          <a:solidFill>
            <a:srgbClr val="FAFAFA"/>
          </a:solidFill>
          <a:ln w="3167">
            <a:solidFill>
              <a:srgbClr val="E7E7E7"/>
            </a:solidFill>
            <a:prstDash val="solid"/>
          </a:ln>
        </p:spPr>
      </p:sp>
      <p:sp>
        <p:nvSpPr>
          <p:cNvPr id="56" name="Shape 53"/>
          <p:cNvSpPr/>
          <p:nvPr/>
        </p:nvSpPr>
        <p:spPr>
          <a:xfrm>
            <a:off x="768093" y="3504438"/>
            <a:ext cx="1892808" cy="233172"/>
          </a:xfrm>
          <a:prstGeom prst="rect">
            <a:avLst/>
          </a:prstGeom>
          <a:noFill/>
          <a:ln/>
        </p:spPr>
      </p:sp>
      <p:sp>
        <p:nvSpPr>
          <p:cNvPr id="57" name="Shape 54"/>
          <p:cNvSpPr/>
          <p:nvPr/>
        </p:nvSpPr>
        <p:spPr>
          <a:xfrm>
            <a:off x="768093" y="3504438"/>
            <a:ext cx="1892808" cy="233172"/>
          </a:xfrm>
          <a:prstGeom prst="rect">
            <a:avLst/>
          </a:prstGeom>
          <a:noFill/>
          <a:ln/>
        </p:spPr>
      </p:sp>
      <p:sp>
        <p:nvSpPr>
          <p:cNvPr id="58" name="Text 55"/>
          <p:cNvSpPr/>
          <p:nvPr/>
        </p:nvSpPr>
        <p:spPr>
          <a:xfrm>
            <a:off x="768093" y="3504438"/>
            <a:ext cx="1892808" cy="233172"/>
          </a:xfrm>
          <a:prstGeom prst="rect">
            <a:avLst/>
          </a:prstGeom>
          <a:noFill/>
          <a:ln/>
        </p:spPr>
        <p:txBody>
          <a:bodyPr wrap="square" lIns="0" tIns="0" rIns="0" bIns="0" rtlCol="0" anchor="ctr"/>
          <a:lstStyle/>
          <a:p>
            <a:pPr algn="l" indent="0" marL="0">
              <a:lnSpc>
                <a:spcPts val="1380"/>
              </a:lnSpc>
              <a:buNone/>
            </a:pPr>
            <a:r>
              <a:rPr lang="en-US" sz="1140" b="1" dirty="0">
                <a:solidFill>
                  <a:srgbClr val="171717">
                    <a:alpha val="99000"/>
                  </a:srgbClr>
                </a:solidFill>
                <a:latin typeface="Inter" pitchFamily="34" charset="0"/>
                <a:ea typeface="Inter" pitchFamily="34" charset="-122"/>
                <a:cs typeface="Inter" pitchFamily="34" charset="-120"/>
              </a:rPr>
              <a:t>다음 행동 필요</a:t>
            </a:r>
            <a:endParaRPr lang="en-US" sz="1140" dirty="0"/>
          </a:p>
        </p:txBody>
      </p:sp>
      <p:sp>
        <p:nvSpPr>
          <p:cNvPr id="59" name="Shape 56"/>
          <p:cNvSpPr/>
          <p:nvPr/>
        </p:nvSpPr>
        <p:spPr>
          <a:xfrm>
            <a:off x="2585470" y="3497580"/>
            <a:ext cx="308610" cy="274320"/>
          </a:xfrm>
          <a:prstGeom prst="rect">
            <a:avLst/>
          </a:prstGeom>
          <a:noFill/>
          <a:ln/>
        </p:spPr>
      </p:sp>
      <p:sp>
        <p:nvSpPr>
          <p:cNvPr id="60" name="Shape 57"/>
          <p:cNvSpPr/>
          <p:nvPr/>
        </p:nvSpPr>
        <p:spPr>
          <a:xfrm>
            <a:off x="2585470" y="3497580"/>
            <a:ext cx="308610" cy="274320"/>
          </a:xfrm>
          <a:prstGeom prst="rect">
            <a:avLst/>
          </a:prstGeom>
          <a:noFill/>
          <a:ln/>
        </p:spPr>
      </p:sp>
      <p:sp>
        <p:nvSpPr>
          <p:cNvPr id="61" name="Text 58"/>
          <p:cNvSpPr/>
          <p:nvPr/>
        </p:nvSpPr>
        <p:spPr>
          <a:xfrm>
            <a:off x="2585470" y="3497580"/>
            <a:ext cx="308610" cy="274320"/>
          </a:xfrm>
          <a:prstGeom prst="rect">
            <a:avLst/>
          </a:prstGeom>
          <a:noFill/>
          <a:ln/>
        </p:spPr>
        <p:txBody>
          <a:bodyPr wrap="square" lIns="0" tIns="0" rIns="0" bIns="0" rtlCol="0" anchor="ctr"/>
          <a:lstStyle/>
          <a:p>
            <a:pPr algn="l" indent="0" marL="0">
              <a:lnSpc>
                <a:spcPts val="2156"/>
              </a:lnSpc>
              <a:buNone/>
            </a:pPr>
            <a:r>
              <a:rPr lang="en-US" sz="1781" dirty="0">
                <a:solidFill>
                  <a:srgbClr val="24805B">
                    <a:alpha val="99000"/>
                  </a:srgbClr>
                </a:solidFill>
                <a:latin typeface="Inter" pitchFamily="34" charset="0"/>
                <a:ea typeface="Inter" pitchFamily="34" charset="-122"/>
                <a:cs typeface="Inter" pitchFamily="34" charset="-120"/>
              </a:rPr>
              <a:t>→</a:t>
            </a:r>
            <a:endParaRPr lang="en-US" sz="1781" dirty="0"/>
          </a:p>
        </p:txBody>
      </p:sp>
      <p:sp>
        <p:nvSpPr>
          <p:cNvPr id="62" name="Shape 59"/>
          <p:cNvSpPr/>
          <p:nvPr/>
        </p:nvSpPr>
        <p:spPr>
          <a:xfrm>
            <a:off x="3079245" y="3504438"/>
            <a:ext cx="2743200" cy="233172"/>
          </a:xfrm>
          <a:prstGeom prst="rect">
            <a:avLst/>
          </a:prstGeom>
          <a:noFill/>
          <a:ln/>
        </p:spPr>
      </p:sp>
      <p:sp>
        <p:nvSpPr>
          <p:cNvPr id="63" name="Shape 60"/>
          <p:cNvSpPr/>
          <p:nvPr/>
        </p:nvSpPr>
        <p:spPr>
          <a:xfrm>
            <a:off x="3079245" y="3504438"/>
            <a:ext cx="2743200" cy="233172"/>
          </a:xfrm>
          <a:prstGeom prst="rect">
            <a:avLst/>
          </a:prstGeom>
          <a:noFill/>
          <a:ln/>
        </p:spPr>
      </p:sp>
      <p:sp>
        <p:nvSpPr>
          <p:cNvPr id="64" name="Text 61"/>
          <p:cNvSpPr/>
          <p:nvPr/>
        </p:nvSpPr>
        <p:spPr>
          <a:xfrm>
            <a:off x="3079245" y="3504438"/>
            <a:ext cx="2743200" cy="233172"/>
          </a:xfrm>
          <a:prstGeom prst="rect">
            <a:avLst/>
          </a:prstGeom>
          <a:noFill/>
          <a:ln/>
        </p:spPr>
        <p:txBody>
          <a:bodyPr wrap="square" lIns="0" tIns="0" rIns="0" bIns="0" rtlCol="0" anchor="ctr"/>
          <a:lstStyle/>
          <a:p>
            <a:pPr algn="l" indent="0" marL="0">
              <a:lnSpc>
                <a:spcPts val="1466"/>
              </a:lnSpc>
              <a:buNone/>
            </a:pPr>
            <a:r>
              <a:rPr lang="en-US" sz="1211" b="1" dirty="0">
                <a:solidFill>
                  <a:srgbClr val="171717">
                    <a:alpha val="99000"/>
                  </a:srgbClr>
                </a:solidFill>
                <a:latin typeface="Inter" pitchFamily="34" charset="0"/>
                <a:ea typeface="Inter" pitchFamily="34" charset="-122"/>
                <a:cs typeface="Inter" pitchFamily="34" charset="-120"/>
              </a:rPr>
              <a:t>다음 과제</a:t>
            </a:r>
            <a:endParaRPr lang="en-US" sz="1211" dirty="0"/>
          </a:p>
        </p:txBody>
      </p:sp>
      <p:sp>
        <p:nvSpPr>
          <p:cNvPr id="65" name="Shape 62"/>
          <p:cNvSpPr/>
          <p:nvPr/>
        </p:nvSpPr>
        <p:spPr>
          <a:xfrm>
            <a:off x="6254493" y="3504438"/>
            <a:ext cx="2084832" cy="233172"/>
          </a:xfrm>
          <a:prstGeom prst="rect">
            <a:avLst/>
          </a:prstGeom>
          <a:noFill/>
          <a:ln/>
        </p:spPr>
      </p:sp>
      <p:sp>
        <p:nvSpPr>
          <p:cNvPr id="66" name="Shape 63"/>
          <p:cNvSpPr/>
          <p:nvPr/>
        </p:nvSpPr>
        <p:spPr>
          <a:xfrm>
            <a:off x="6254493" y="3504438"/>
            <a:ext cx="2084832" cy="233172"/>
          </a:xfrm>
          <a:prstGeom prst="rect">
            <a:avLst/>
          </a:prstGeom>
          <a:noFill/>
          <a:ln/>
        </p:spPr>
      </p:sp>
      <p:sp>
        <p:nvSpPr>
          <p:cNvPr id="67" name="Text 64"/>
          <p:cNvSpPr/>
          <p:nvPr/>
        </p:nvSpPr>
        <p:spPr>
          <a:xfrm>
            <a:off x="6254493" y="3504438"/>
            <a:ext cx="2084832" cy="233172"/>
          </a:xfrm>
          <a:prstGeom prst="rect">
            <a:avLst/>
          </a:prstGeom>
          <a:noFill/>
          <a:ln/>
        </p:spPr>
        <p:txBody>
          <a:bodyPr wrap="square" lIns="0" tIns="0" rIns="0" bIns="0" rtlCol="0" anchor="ctr"/>
          <a:lstStyle/>
          <a:p>
            <a:pPr algn="l" indent="0" marL="0">
              <a:lnSpc>
                <a:spcPts val="1466"/>
              </a:lnSpc>
              <a:buNone/>
            </a:pPr>
            <a:r>
              <a:rPr lang="en-US" sz="1211" dirty="0">
                <a:solidFill>
                  <a:srgbClr val="707070">
                    <a:alpha val="99000"/>
                  </a:srgbClr>
                </a:solidFill>
                <a:latin typeface="Inter" pitchFamily="34" charset="0"/>
                <a:ea typeface="Inter" pitchFamily="34" charset="-122"/>
                <a:cs typeface="Inter" pitchFamily="34" charset="-120"/>
              </a:rPr>
              <a:t>Open Loop</a:t>
            </a:r>
            <a:endParaRPr lang="en-US" sz="1211" dirty="0"/>
          </a:p>
        </p:txBody>
      </p:sp>
      <p:sp>
        <p:nvSpPr>
          <p:cNvPr id="68" name="Shape 65"/>
          <p:cNvSpPr/>
          <p:nvPr/>
        </p:nvSpPr>
        <p:spPr>
          <a:xfrm>
            <a:off x="582932" y="4443984"/>
            <a:ext cx="7886700" cy="253746"/>
          </a:xfrm>
          <a:prstGeom prst="rect">
            <a:avLst/>
          </a:prstGeom>
          <a:noFill/>
          <a:ln/>
        </p:spPr>
      </p:sp>
      <p:sp>
        <p:nvSpPr>
          <p:cNvPr id="69" name="Shape 66"/>
          <p:cNvSpPr/>
          <p:nvPr/>
        </p:nvSpPr>
        <p:spPr>
          <a:xfrm>
            <a:off x="582932" y="4443984"/>
            <a:ext cx="7886700" cy="253746"/>
          </a:xfrm>
          <a:prstGeom prst="rect">
            <a:avLst/>
          </a:prstGeom>
          <a:noFill/>
          <a:ln/>
        </p:spPr>
      </p:sp>
      <p:sp>
        <p:nvSpPr>
          <p:cNvPr id="70" name="Text 67"/>
          <p:cNvSpPr/>
          <p:nvPr/>
        </p:nvSpPr>
        <p:spPr>
          <a:xfrm>
            <a:off x="582932" y="4443984"/>
            <a:ext cx="7886700" cy="253746"/>
          </a:xfrm>
          <a:prstGeom prst="rect">
            <a:avLst/>
          </a:prstGeom>
          <a:noFill/>
          <a:ln/>
        </p:spPr>
        <p:txBody>
          <a:bodyPr wrap="square" lIns="0" tIns="0" rIns="0" bIns="0" rtlCol="0" anchor="ctr"/>
          <a:lstStyle/>
          <a:p>
            <a:pPr algn="l" indent="0" marL="0">
              <a:lnSpc>
                <a:spcPts val="1207"/>
              </a:lnSpc>
              <a:buNone/>
            </a:pPr>
            <a:r>
              <a:rPr lang="en-US" sz="998" b="1" dirty="0">
                <a:solidFill>
                  <a:srgbClr val="24805B">
                    <a:alpha val="99000"/>
                  </a:srgbClr>
                </a:solidFill>
                <a:latin typeface="Inter" pitchFamily="34" charset="0"/>
                <a:ea typeface="Inter" pitchFamily="34" charset="-122"/>
                <a:cs typeface="Inter" pitchFamily="34" charset="-120"/>
              </a:rPr>
              <a:t>상황에 따른 전략 선택</a:t>
            </a:r>
            <a:endParaRPr lang="en-US" sz="998"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32" y="288036"/>
            <a:ext cx="5966459" cy="192024"/>
          </a:xfrm>
          <a:prstGeom prst="rect">
            <a:avLst/>
          </a:prstGeom>
          <a:noFill/>
          <a:ln/>
        </p:spPr>
      </p:sp>
      <p:sp>
        <p:nvSpPr>
          <p:cNvPr id="4" name="Shape 1"/>
          <p:cNvSpPr/>
          <p:nvPr/>
        </p:nvSpPr>
        <p:spPr>
          <a:xfrm>
            <a:off x="582932" y="288036"/>
            <a:ext cx="5966459" cy="192024"/>
          </a:xfrm>
          <a:prstGeom prst="rect">
            <a:avLst/>
          </a:prstGeom>
          <a:noFill/>
          <a:ln/>
        </p:spPr>
      </p:sp>
      <p:sp>
        <p:nvSpPr>
          <p:cNvPr id="5" name="Text 2"/>
          <p:cNvSpPr/>
          <p:nvPr/>
        </p:nvSpPr>
        <p:spPr>
          <a:xfrm>
            <a:off x="582932" y="288036"/>
            <a:ext cx="5966459" cy="192024"/>
          </a:xfrm>
          <a:prstGeom prst="rect">
            <a:avLst/>
          </a:prstGeom>
          <a:noFill/>
          <a:ln/>
        </p:spPr>
        <p:txBody>
          <a:bodyPr wrap="square" lIns="0" tIns="0" rIns="0" bIns="0" rtlCol="0" anchor="ctr"/>
          <a:lstStyle/>
          <a:p>
            <a:pPr algn="l" indent="0" marL="0">
              <a:lnSpc>
                <a:spcPts val="905"/>
              </a:lnSpc>
              <a:buNone/>
            </a:pPr>
            <a:r>
              <a:rPr lang="en-US" sz="748" b="1" dirty="0">
                <a:solidFill>
                  <a:srgbClr val="707070">
                    <a:alpha val="99000"/>
                  </a:srgbClr>
                </a:solidFill>
                <a:latin typeface="Inter" pitchFamily="34" charset="0"/>
                <a:ea typeface="Inter" pitchFamily="34" charset="-122"/>
                <a:cs typeface="Inter" pitchFamily="34" charset="-120"/>
              </a:rPr>
              <a:t>TECHNICAL DESIGN · SECTION 07</a:t>
            </a:r>
            <a:endParaRPr lang="en-US" sz="748" dirty="0"/>
          </a:p>
        </p:txBody>
      </p:sp>
      <p:sp>
        <p:nvSpPr>
          <p:cNvPr id="6" name="Shape 3"/>
          <p:cNvSpPr/>
          <p:nvPr/>
        </p:nvSpPr>
        <p:spPr>
          <a:xfrm>
            <a:off x="582932" y="603504"/>
            <a:ext cx="7989570" cy="425196"/>
          </a:xfrm>
          <a:prstGeom prst="rect">
            <a:avLst/>
          </a:prstGeom>
          <a:noFill/>
          <a:ln/>
        </p:spPr>
      </p:sp>
      <p:sp>
        <p:nvSpPr>
          <p:cNvPr id="7" name="Shape 4"/>
          <p:cNvSpPr/>
          <p:nvPr/>
        </p:nvSpPr>
        <p:spPr>
          <a:xfrm>
            <a:off x="582932" y="603504"/>
            <a:ext cx="7989570" cy="425196"/>
          </a:xfrm>
          <a:prstGeom prst="rect">
            <a:avLst/>
          </a:prstGeom>
          <a:noFill/>
          <a:ln/>
        </p:spPr>
      </p:sp>
      <p:sp>
        <p:nvSpPr>
          <p:cNvPr id="8" name="Text 5"/>
          <p:cNvSpPr/>
          <p:nvPr/>
        </p:nvSpPr>
        <p:spPr>
          <a:xfrm>
            <a:off x="582932" y="603504"/>
            <a:ext cx="7989570" cy="425196"/>
          </a:xfrm>
          <a:prstGeom prst="rect">
            <a:avLst/>
          </a:prstGeom>
          <a:noFill/>
          <a:ln/>
        </p:spPr>
        <p:txBody>
          <a:bodyPr wrap="square" lIns="0" tIns="0" rIns="0" bIns="0" rtlCol="0" anchor="ctr"/>
          <a:lstStyle/>
          <a:p>
            <a:pPr algn="l" indent="0" marL="0">
              <a:lnSpc>
                <a:spcPts val="2501"/>
              </a:lnSpc>
              <a:buNone/>
            </a:pPr>
            <a:r>
              <a:rPr lang="en-US" sz="2066" b="1" dirty="0">
                <a:solidFill>
                  <a:srgbClr val="171717">
                    <a:alpha val="99000"/>
                  </a:srgbClr>
                </a:solidFill>
                <a:latin typeface="Inter" pitchFamily="34" charset="0"/>
                <a:ea typeface="Inter" pitchFamily="34" charset="-122"/>
                <a:cs typeface="Inter" pitchFamily="34" charset="-120"/>
              </a:rPr>
              <a:t>불확실할 때의 처리</a:t>
            </a:r>
            <a:endParaRPr lang="en-US" sz="2066" dirty="0"/>
          </a:p>
        </p:txBody>
      </p:sp>
      <p:sp>
        <p:nvSpPr>
          <p:cNvPr id="9" name="Shape 6"/>
          <p:cNvSpPr/>
          <p:nvPr/>
        </p:nvSpPr>
        <p:spPr>
          <a:xfrm>
            <a:off x="6473949" y="253746"/>
            <a:ext cx="2084832" cy="274320"/>
          </a:xfrm>
          <a:prstGeom prst="roundRect">
            <a:avLst/>
          </a:prstGeom>
          <a:solidFill>
            <a:srgbClr val="EAF5EE"/>
          </a:solidFill>
          <a:ln w="3167">
            <a:solidFill>
              <a:srgbClr val="E7E7E7"/>
            </a:solidFill>
            <a:prstDash val="solid"/>
          </a:ln>
        </p:spPr>
      </p:sp>
      <p:sp>
        <p:nvSpPr>
          <p:cNvPr id="10" name="Shape 7"/>
          <p:cNvSpPr/>
          <p:nvPr/>
        </p:nvSpPr>
        <p:spPr>
          <a:xfrm>
            <a:off x="6542531" y="274320"/>
            <a:ext cx="1947672" cy="219456"/>
          </a:xfrm>
          <a:prstGeom prst="rect">
            <a:avLst/>
          </a:prstGeom>
          <a:noFill/>
          <a:ln/>
        </p:spPr>
      </p:sp>
      <p:sp>
        <p:nvSpPr>
          <p:cNvPr id="11" name="Shape 8"/>
          <p:cNvSpPr/>
          <p:nvPr/>
        </p:nvSpPr>
        <p:spPr>
          <a:xfrm>
            <a:off x="6542531" y="274320"/>
            <a:ext cx="1947672" cy="219456"/>
          </a:xfrm>
          <a:prstGeom prst="rect">
            <a:avLst/>
          </a:prstGeom>
          <a:noFill/>
          <a:ln/>
        </p:spPr>
      </p:sp>
      <p:sp>
        <p:nvSpPr>
          <p:cNvPr id="12" name="Text 9"/>
          <p:cNvSpPr/>
          <p:nvPr/>
        </p:nvSpPr>
        <p:spPr>
          <a:xfrm>
            <a:off x="6542531" y="274320"/>
            <a:ext cx="1947672" cy="219456"/>
          </a:xfrm>
          <a:prstGeom prst="rect">
            <a:avLst/>
          </a:prstGeom>
          <a:noFill/>
          <a:ln/>
        </p:spPr>
        <p:txBody>
          <a:bodyPr wrap="square" lIns="0" tIns="0" rIns="0" bIns="0" rtlCol="0" anchor="ctr"/>
          <a:lstStyle/>
          <a:p>
            <a:pPr algn="l" indent="0" marL="0">
              <a:lnSpc>
                <a:spcPts val="923"/>
              </a:lnSpc>
              <a:buNone/>
            </a:pPr>
            <a:r>
              <a:rPr lang="en-US" sz="762" b="1" dirty="0">
                <a:solidFill>
                  <a:srgbClr val="24805B">
                    <a:alpha val="99000"/>
                  </a:srgbClr>
                </a:solidFill>
                <a:latin typeface="Inter" pitchFamily="34" charset="0"/>
                <a:ea typeface="Inter" pitchFamily="34" charset="-122"/>
                <a:cs typeface="Inter" pitchFamily="34" charset="-120"/>
              </a:rPr>
              <a:t>기존 근거 검사 + 검색 확장 설계</a:t>
            </a:r>
            <a:endParaRPr lang="en-US" sz="762" dirty="0"/>
          </a:p>
        </p:txBody>
      </p:sp>
      <p:sp>
        <p:nvSpPr>
          <p:cNvPr id="13" name="Shape 10"/>
          <p:cNvSpPr/>
          <p:nvPr/>
        </p:nvSpPr>
        <p:spPr>
          <a:xfrm>
            <a:off x="7989568" y="4828032"/>
            <a:ext cx="569214" cy="164592"/>
          </a:xfrm>
          <a:prstGeom prst="rect">
            <a:avLst/>
          </a:prstGeom>
          <a:noFill/>
          <a:ln/>
        </p:spPr>
      </p:sp>
      <p:sp>
        <p:nvSpPr>
          <p:cNvPr id="14" name="Shape 11"/>
          <p:cNvSpPr/>
          <p:nvPr/>
        </p:nvSpPr>
        <p:spPr>
          <a:xfrm>
            <a:off x="7989568" y="4828032"/>
            <a:ext cx="569214" cy="164592"/>
          </a:xfrm>
          <a:prstGeom prst="rect">
            <a:avLst/>
          </a:prstGeom>
          <a:noFill/>
          <a:ln/>
        </p:spPr>
      </p:sp>
      <p:sp>
        <p:nvSpPr>
          <p:cNvPr id="15" name="Text 12"/>
          <p:cNvSpPr/>
          <p:nvPr/>
        </p:nvSpPr>
        <p:spPr>
          <a:xfrm>
            <a:off x="7989568" y="4828032"/>
            <a:ext cx="569214" cy="164592"/>
          </a:xfrm>
          <a:prstGeom prst="rect">
            <a:avLst/>
          </a:prstGeom>
          <a:noFill/>
          <a:ln/>
        </p:spPr>
        <p:txBody>
          <a:bodyPr wrap="square" lIns="0" tIns="0" rIns="0" bIns="0" rtlCol="0" anchor="ctr"/>
          <a:lstStyle/>
          <a:p>
            <a:pPr algn="l" indent="0" marL="0">
              <a:lnSpc>
                <a:spcPts val="862"/>
              </a:lnSpc>
              <a:buNone/>
            </a:pPr>
            <a:r>
              <a:rPr lang="en-US" sz="713" dirty="0">
                <a:solidFill>
                  <a:srgbClr val="707070">
                    <a:alpha val="99000"/>
                  </a:srgbClr>
                </a:solidFill>
                <a:latin typeface="Inter" pitchFamily="34" charset="0"/>
                <a:ea typeface="Inter" pitchFamily="34" charset="-122"/>
                <a:cs typeface="Inter" pitchFamily="34" charset="-120"/>
              </a:rPr>
              <a:t>07 / 07</a:t>
            </a:r>
            <a:endParaRPr lang="en-US" sz="713" dirty="0"/>
          </a:p>
        </p:txBody>
      </p:sp>
      <p:sp>
        <p:nvSpPr>
          <p:cNvPr id="16" name="Shape 13"/>
          <p:cNvSpPr/>
          <p:nvPr/>
        </p:nvSpPr>
        <p:spPr>
          <a:xfrm>
            <a:off x="582932" y="1522476"/>
            <a:ext cx="7975854" cy="672084"/>
          </a:xfrm>
          <a:prstGeom prst="roundRect">
            <a:avLst/>
          </a:prstGeom>
          <a:solidFill>
            <a:srgbClr val="1C1C1C"/>
          </a:solidFill>
          <a:ln w="3167">
            <a:solidFill>
              <a:srgbClr val="1C1C1C"/>
            </a:solidFill>
            <a:prstDash val="solid"/>
          </a:ln>
        </p:spPr>
      </p:sp>
      <p:sp>
        <p:nvSpPr>
          <p:cNvPr id="17" name="Shape 14"/>
          <p:cNvSpPr/>
          <p:nvPr/>
        </p:nvSpPr>
        <p:spPr>
          <a:xfrm>
            <a:off x="768093" y="1639062"/>
            <a:ext cx="2057400" cy="240030"/>
          </a:xfrm>
          <a:prstGeom prst="rect">
            <a:avLst/>
          </a:prstGeom>
          <a:noFill/>
          <a:ln/>
        </p:spPr>
      </p:sp>
      <p:sp>
        <p:nvSpPr>
          <p:cNvPr id="18" name="Shape 15"/>
          <p:cNvSpPr/>
          <p:nvPr/>
        </p:nvSpPr>
        <p:spPr>
          <a:xfrm>
            <a:off x="768093" y="1639062"/>
            <a:ext cx="2057400" cy="240030"/>
          </a:xfrm>
          <a:prstGeom prst="rect">
            <a:avLst/>
          </a:prstGeom>
          <a:noFill/>
          <a:ln/>
        </p:spPr>
      </p:sp>
      <p:sp>
        <p:nvSpPr>
          <p:cNvPr id="19" name="Text 16"/>
          <p:cNvSpPr/>
          <p:nvPr/>
        </p:nvSpPr>
        <p:spPr>
          <a:xfrm>
            <a:off x="768093" y="1639062"/>
            <a:ext cx="2057400" cy="240030"/>
          </a:xfrm>
          <a:prstGeom prst="rect">
            <a:avLst/>
          </a:prstGeom>
          <a:noFill/>
          <a:ln/>
        </p:spPr>
        <p:txBody>
          <a:bodyPr wrap="square" lIns="0" tIns="0" rIns="0" bIns="0" rtlCol="0" anchor="ctr"/>
          <a:lstStyle/>
          <a:p>
            <a:pPr algn="l" indent="0" marL="0">
              <a:lnSpc>
                <a:spcPts val="1552"/>
              </a:lnSpc>
              <a:buNone/>
            </a:pPr>
            <a:r>
              <a:rPr lang="en-US" sz="1283" b="1" dirty="0">
                <a:solidFill>
                  <a:srgbClr val="FFFFFF">
                    <a:alpha val="99000"/>
                  </a:srgbClr>
                </a:solidFill>
                <a:latin typeface="Inter" pitchFamily="34" charset="0"/>
                <a:ea typeface="Inter" pitchFamily="34" charset="-122"/>
                <a:cs typeface="Inter" pitchFamily="34" charset="-120"/>
              </a:rPr>
              <a:t>근거 없음</a:t>
            </a:r>
            <a:endParaRPr lang="en-US" sz="1283" dirty="0"/>
          </a:p>
        </p:txBody>
      </p:sp>
      <p:sp>
        <p:nvSpPr>
          <p:cNvPr id="20" name="Shape 17"/>
          <p:cNvSpPr/>
          <p:nvPr/>
        </p:nvSpPr>
        <p:spPr>
          <a:xfrm>
            <a:off x="2859788" y="1735074"/>
            <a:ext cx="301752" cy="274320"/>
          </a:xfrm>
          <a:prstGeom prst="rect">
            <a:avLst/>
          </a:prstGeom>
          <a:noFill/>
          <a:ln/>
        </p:spPr>
      </p:sp>
      <p:sp>
        <p:nvSpPr>
          <p:cNvPr id="21" name="Shape 18"/>
          <p:cNvSpPr/>
          <p:nvPr/>
        </p:nvSpPr>
        <p:spPr>
          <a:xfrm>
            <a:off x="2859788" y="1735074"/>
            <a:ext cx="301752" cy="274320"/>
          </a:xfrm>
          <a:prstGeom prst="rect">
            <a:avLst/>
          </a:prstGeom>
          <a:noFill/>
          <a:ln/>
        </p:spPr>
      </p:sp>
      <p:sp>
        <p:nvSpPr>
          <p:cNvPr id="22" name="Text 19"/>
          <p:cNvSpPr/>
          <p:nvPr/>
        </p:nvSpPr>
        <p:spPr>
          <a:xfrm>
            <a:off x="2859788" y="1735074"/>
            <a:ext cx="301752" cy="274320"/>
          </a:xfrm>
          <a:prstGeom prst="rect">
            <a:avLst/>
          </a:prstGeom>
          <a:noFill/>
          <a:ln/>
        </p:spPr>
        <p:txBody>
          <a:bodyPr wrap="square" lIns="0" tIns="0" rIns="0" bIns="0" rtlCol="0" anchor="ctr"/>
          <a:lstStyle/>
          <a:p>
            <a:pPr algn="l" indent="0" marL="0">
              <a:lnSpc>
                <a:spcPts val="2156"/>
              </a:lnSpc>
              <a:buNone/>
            </a:pPr>
            <a:r>
              <a:rPr lang="en-US" sz="1781" dirty="0">
                <a:solidFill>
                  <a:srgbClr val="24805B">
                    <a:alpha val="99000"/>
                  </a:srgbClr>
                </a:solidFill>
                <a:latin typeface="Inter" pitchFamily="34" charset="0"/>
                <a:ea typeface="Inter" pitchFamily="34" charset="-122"/>
                <a:cs typeface="Inter" pitchFamily="34" charset="-120"/>
              </a:rPr>
              <a:t>→</a:t>
            </a:r>
            <a:endParaRPr lang="en-US" sz="1781" dirty="0"/>
          </a:p>
        </p:txBody>
      </p:sp>
      <p:sp>
        <p:nvSpPr>
          <p:cNvPr id="23" name="Shape 20"/>
          <p:cNvSpPr/>
          <p:nvPr/>
        </p:nvSpPr>
        <p:spPr>
          <a:xfrm>
            <a:off x="3326132" y="1639062"/>
            <a:ext cx="2249424" cy="240030"/>
          </a:xfrm>
          <a:prstGeom prst="rect">
            <a:avLst/>
          </a:prstGeom>
          <a:noFill/>
          <a:ln/>
        </p:spPr>
      </p:sp>
      <p:sp>
        <p:nvSpPr>
          <p:cNvPr id="24" name="Shape 21"/>
          <p:cNvSpPr/>
          <p:nvPr/>
        </p:nvSpPr>
        <p:spPr>
          <a:xfrm>
            <a:off x="3326132" y="1639062"/>
            <a:ext cx="2249424" cy="240030"/>
          </a:xfrm>
          <a:prstGeom prst="rect">
            <a:avLst/>
          </a:prstGeom>
          <a:noFill/>
          <a:ln/>
        </p:spPr>
      </p:sp>
      <p:sp>
        <p:nvSpPr>
          <p:cNvPr id="25" name="Text 22"/>
          <p:cNvSpPr/>
          <p:nvPr/>
        </p:nvSpPr>
        <p:spPr>
          <a:xfrm>
            <a:off x="3326132" y="1639062"/>
            <a:ext cx="2249424" cy="240030"/>
          </a:xfrm>
          <a:prstGeom prst="rect">
            <a:avLst/>
          </a:prstGeom>
          <a:noFill/>
          <a:ln/>
        </p:spPr>
        <p:txBody>
          <a:bodyPr wrap="square" lIns="0" tIns="0" rIns="0" bIns="0" rtlCol="0" anchor="ctr"/>
          <a:lstStyle/>
          <a:p>
            <a:pPr algn="l" indent="0" marL="0">
              <a:lnSpc>
                <a:spcPts val="1466"/>
              </a:lnSpc>
              <a:buNone/>
            </a:pPr>
            <a:r>
              <a:rPr lang="en-US" sz="1211" b="1" dirty="0">
                <a:solidFill>
                  <a:srgbClr val="FFFFFF">
                    <a:alpha val="99000"/>
                  </a:srgbClr>
                </a:solidFill>
                <a:latin typeface="Inter" pitchFamily="34" charset="0"/>
                <a:ea typeface="Inter" pitchFamily="34" charset="-122"/>
                <a:cs typeface="Inter" pitchFamily="34" charset="-120"/>
              </a:rPr>
              <a:t>확인 질문</a:t>
            </a:r>
            <a:endParaRPr lang="en-US" sz="1211" dirty="0"/>
          </a:p>
        </p:txBody>
      </p:sp>
      <p:sp>
        <p:nvSpPr>
          <p:cNvPr id="26" name="Shape 23"/>
          <p:cNvSpPr/>
          <p:nvPr/>
        </p:nvSpPr>
        <p:spPr>
          <a:xfrm>
            <a:off x="5843020" y="1645920"/>
            <a:ext cx="2516886" cy="377190"/>
          </a:xfrm>
          <a:prstGeom prst="rect">
            <a:avLst/>
          </a:prstGeom>
          <a:noFill/>
          <a:ln/>
        </p:spPr>
      </p:sp>
      <p:sp>
        <p:nvSpPr>
          <p:cNvPr id="27" name="Shape 24"/>
          <p:cNvSpPr/>
          <p:nvPr/>
        </p:nvSpPr>
        <p:spPr>
          <a:xfrm>
            <a:off x="5843020" y="1645920"/>
            <a:ext cx="2516886" cy="377190"/>
          </a:xfrm>
          <a:prstGeom prst="rect">
            <a:avLst/>
          </a:prstGeom>
          <a:noFill/>
          <a:ln/>
        </p:spPr>
      </p:sp>
      <p:sp>
        <p:nvSpPr>
          <p:cNvPr id="28" name="Text 25"/>
          <p:cNvSpPr/>
          <p:nvPr/>
        </p:nvSpPr>
        <p:spPr>
          <a:xfrm>
            <a:off x="5843020" y="1645920"/>
            <a:ext cx="2516886" cy="377190"/>
          </a:xfrm>
          <a:prstGeom prst="rect">
            <a:avLst/>
          </a:prstGeom>
          <a:noFill/>
          <a:ln/>
        </p:spPr>
        <p:txBody>
          <a:bodyPr wrap="square" lIns="0" tIns="0" rIns="0" bIns="0" rtlCol="0" anchor="ctr"/>
          <a:lstStyle/>
          <a:p>
            <a:pPr algn="l" indent="0" marL="0">
              <a:lnSpc>
                <a:spcPts val="1466"/>
              </a:lnSpc>
              <a:buNone/>
            </a:pPr>
            <a:r>
              <a:rPr lang="en-US" sz="1211" dirty="0">
                <a:solidFill>
                  <a:srgbClr val="DDDDDD">
                    <a:alpha val="99000"/>
                  </a:srgbClr>
                </a:solidFill>
                <a:latin typeface="Inter" pitchFamily="34" charset="0"/>
                <a:ea typeface="Inter" pitchFamily="34" charset="-122"/>
                <a:cs typeface="Inter" pitchFamily="34" charset="-120"/>
              </a:rPr>
              <a:t>추측 제외</a:t>
            </a:r>
            <a:endParaRPr lang="en-US" sz="1211" dirty="0"/>
          </a:p>
        </p:txBody>
      </p:sp>
      <p:sp>
        <p:nvSpPr>
          <p:cNvPr id="29" name="Shape 26"/>
          <p:cNvSpPr/>
          <p:nvPr/>
        </p:nvSpPr>
        <p:spPr>
          <a:xfrm>
            <a:off x="582932" y="2345436"/>
            <a:ext cx="7975854" cy="672084"/>
          </a:xfrm>
          <a:prstGeom prst="roundRect">
            <a:avLst/>
          </a:prstGeom>
          <a:solidFill>
            <a:srgbClr val="FAFAFA"/>
          </a:solidFill>
          <a:ln w="3167">
            <a:solidFill>
              <a:srgbClr val="E7E7E7"/>
            </a:solidFill>
            <a:prstDash val="solid"/>
          </a:ln>
        </p:spPr>
      </p:sp>
      <p:sp>
        <p:nvSpPr>
          <p:cNvPr id="30" name="Shape 27"/>
          <p:cNvSpPr/>
          <p:nvPr/>
        </p:nvSpPr>
        <p:spPr>
          <a:xfrm>
            <a:off x="768093" y="2462022"/>
            <a:ext cx="2057400" cy="240030"/>
          </a:xfrm>
          <a:prstGeom prst="rect">
            <a:avLst/>
          </a:prstGeom>
          <a:noFill/>
          <a:ln/>
        </p:spPr>
      </p:sp>
      <p:sp>
        <p:nvSpPr>
          <p:cNvPr id="31" name="Shape 28"/>
          <p:cNvSpPr/>
          <p:nvPr/>
        </p:nvSpPr>
        <p:spPr>
          <a:xfrm>
            <a:off x="768093" y="2462022"/>
            <a:ext cx="2057400" cy="240030"/>
          </a:xfrm>
          <a:prstGeom prst="rect">
            <a:avLst/>
          </a:prstGeom>
          <a:noFill/>
          <a:ln/>
        </p:spPr>
      </p:sp>
      <p:sp>
        <p:nvSpPr>
          <p:cNvPr id="32" name="Text 29"/>
          <p:cNvSpPr/>
          <p:nvPr/>
        </p:nvSpPr>
        <p:spPr>
          <a:xfrm>
            <a:off x="768093" y="2462022"/>
            <a:ext cx="2057400" cy="240030"/>
          </a:xfrm>
          <a:prstGeom prst="rect">
            <a:avLst/>
          </a:prstGeom>
          <a:noFill/>
          <a:ln/>
        </p:spPr>
        <p:txBody>
          <a:bodyPr wrap="square" lIns="0" tIns="0" rIns="0" bIns="0" rtlCol="0" anchor="ctr"/>
          <a:lstStyle/>
          <a:p>
            <a:pPr algn="l" indent="0" marL="0">
              <a:lnSpc>
                <a:spcPts val="1552"/>
              </a:lnSpc>
              <a:buNone/>
            </a:pPr>
            <a:r>
              <a:rPr lang="en-US" sz="1283" b="1" dirty="0">
                <a:solidFill>
                  <a:srgbClr val="171717">
                    <a:alpha val="99000"/>
                  </a:srgbClr>
                </a:solidFill>
                <a:latin typeface="Inter" pitchFamily="34" charset="0"/>
                <a:ea typeface="Inter" pitchFamily="34" charset="-122"/>
                <a:cs typeface="Inter" pitchFamily="34" charset="-120"/>
              </a:rPr>
              <a:t>설명 충돌</a:t>
            </a:r>
            <a:endParaRPr lang="en-US" sz="1283" dirty="0"/>
          </a:p>
        </p:txBody>
      </p:sp>
      <p:sp>
        <p:nvSpPr>
          <p:cNvPr id="33" name="Shape 30"/>
          <p:cNvSpPr/>
          <p:nvPr/>
        </p:nvSpPr>
        <p:spPr>
          <a:xfrm>
            <a:off x="2859788" y="2558034"/>
            <a:ext cx="301752" cy="274320"/>
          </a:xfrm>
          <a:prstGeom prst="rect">
            <a:avLst/>
          </a:prstGeom>
          <a:noFill/>
          <a:ln/>
        </p:spPr>
      </p:sp>
      <p:sp>
        <p:nvSpPr>
          <p:cNvPr id="34" name="Shape 31"/>
          <p:cNvSpPr/>
          <p:nvPr/>
        </p:nvSpPr>
        <p:spPr>
          <a:xfrm>
            <a:off x="2859788" y="2558034"/>
            <a:ext cx="301752" cy="274320"/>
          </a:xfrm>
          <a:prstGeom prst="rect">
            <a:avLst/>
          </a:prstGeom>
          <a:noFill/>
          <a:ln/>
        </p:spPr>
      </p:sp>
      <p:sp>
        <p:nvSpPr>
          <p:cNvPr id="35" name="Text 32"/>
          <p:cNvSpPr/>
          <p:nvPr/>
        </p:nvSpPr>
        <p:spPr>
          <a:xfrm>
            <a:off x="2859788" y="2558034"/>
            <a:ext cx="301752" cy="274320"/>
          </a:xfrm>
          <a:prstGeom prst="rect">
            <a:avLst/>
          </a:prstGeom>
          <a:noFill/>
          <a:ln/>
        </p:spPr>
        <p:txBody>
          <a:bodyPr wrap="square" lIns="0" tIns="0" rIns="0" bIns="0" rtlCol="0" anchor="ctr"/>
          <a:lstStyle/>
          <a:p>
            <a:pPr algn="l" indent="0" marL="0">
              <a:lnSpc>
                <a:spcPts val="2156"/>
              </a:lnSpc>
              <a:buNone/>
            </a:pPr>
            <a:r>
              <a:rPr lang="en-US" sz="1781" dirty="0">
                <a:solidFill>
                  <a:srgbClr val="24805B">
                    <a:alpha val="99000"/>
                  </a:srgbClr>
                </a:solidFill>
                <a:latin typeface="Inter" pitchFamily="34" charset="0"/>
                <a:ea typeface="Inter" pitchFamily="34" charset="-122"/>
                <a:cs typeface="Inter" pitchFamily="34" charset="-120"/>
              </a:rPr>
              <a:t>→</a:t>
            </a:r>
            <a:endParaRPr lang="en-US" sz="1781" dirty="0"/>
          </a:p>
        </p:txBody>
      </p:sp>
      <p:sp>
        <p:nvSpPr>
          <p:cNvPr id="36" name="Shape 33"/>
          <p:cNvSpPr/>
          <p:nvPr/>
        </p:nvSpPr>
        <p:spPr>
          <a:xfrm>
            <a:off x="3326132" y="2462022"/>
            <a:ext cx="2249424" cy="240030"/>
          </a:xfrm>
          <a:prstGeom prst="rect">
            <a:avLst/>
          </a:prstGeom>
          <a:noFill/>
          <a:ln/>
        </p:spPr>
      </p:sp>
      <p:sp>
        <p:nvSpPr>
          <p:cNvPr id="37" name="Shape 34"/>
          <p:cNvSpPr/>
          <p:nvPr/>
        </p:nvSpPr>
        <p:spPr>
          <a:xfrm>
            <a:off x="3326132" y="2462022"/>
            <a:ext cx="2249424" cy="240030"/>
          </a:xfrm>
          <a:prstGeom prst="rect">
            <a:avLst/>
          </a:prstGeom>
          <a:noFill/>
          <a:ln/>
        </p:spPr>
      </p:sp>
      <p:sp>
        <p:nvSpPr>
          <p:cNvPr id="38" name="Text 35"/>
          <p:cNvSpPr/>
          <p:nvPr/>
        </p:nvSpPr>
        <p:spPr>
          <a:xfrm>
            <a:off x="3326132" y="2462022"/>
            <a:ext cx="2249424" cy="240030"/>
          </a:xfrm>
          <a:prstGeom prst="rect">
            <a:avLst/>
          </a:prstGeom>
          <a:noFill/>
          <a:ln/>
        </p:spPr>
        <p:txBody>
          <a:bodyPr wrap="square" lIns="0" tIns="0" rIns="0" bIns="0" rtlCol="0" anchor="ctr"/>
          <a:lstStyle/>
          <a:p>
            <a:pPr algn="l" indent="0" marL="0">
              <a:lnSpc>
                <a:spcPts val="1466"/>
              </a:lnSpc>
              <a:buNone/>
            </a:pPr>
            <a:r>
              <a:rPr lang="en-US" sz="1211" b="1" dirty="0">
                <a:solidFill>
                  <a:srgbClr val="171717">
                    <a:alpha val="99000"/>
                  </a:srgbClr>
                </a:solidFill>
                <a:latin typeface="Inter" pitchFamily="34" charset="0"/>
                <a:ea typeface="Inter" pitchFamily="34" charset="-122"/>
                <a:cs typeface="Inter" pitchFamily="34" charset="-120"/>
              </a:rPr>
              <a:t>조건 · 출처 비교</a:t>
            </a:r>
            <a:endParaRPr lang="en-US" sz="1211" dirty="0"/>
          </a:p>
        </p:txBody>
      </p:sp>
      <p:sp>
        <p:nvSpPr>
          <p:cNvPr id="39" name="Shape 36"/>
          <p:cNvSpPr/>
          <p:nvPr/>
        </p:nvSpPr>
        <p:spPr>
          <a:xfrm>
            <a:off x="5843020" y="2468880"/>
            <a:ext cx="2516886" cy="377190"/>
          </a:xfrm>
          <a:prstGeom prst="rect">
            <a:avLst/>
          </a:prstGeom>
          <a:noFill/>
          <a:ln/>
        </p:spPr>
      </p:sp>
      <p:sp>
        <p:nvSpPr>
          <p:cNvPr id="40" name="Shape 37"/>
          <p:cNvSpPr/>
          <p:nvPr/>
        </p:nvSpPr>
        <p:spPr>
          <a:xfrm>
            <a:off x="5843020" y="2468880"/>
            <a:ext cx="2516886" cy="377190"/>
          </a:xfrm>
          <a:prstGeom prst="rect">
            <a:avLst/>
          </a:prstGeom>
          <a:noFill/>
          <a:ln/>
        </p:spPr>
      </p:sp>
      <p:sp>
        <p:nvSpPr>
          <p:cNvPr id="41" name="Text 38"/>
          <p:cNvSpPr/>
          <p:nvPr/>
        </p:nvSpPr>
        <p:spPr>
          <a:xfrm>
            <a:off x="5843020" y="2468880"/>
            <a:ext cx="2516886" cy="377190"/>
          </a:xfrm>
          <a:prstGeom prst="rect">
            <a:avLst/>
          </a:prstGeom>
          <a:noFill/>
          <a:ln/>
        </p:spPr>
        <p:txBody>
          <a:bodyPr wrap="square" lIns="0" tIns="0" rIns="0" bIns="0" rtlCol="0" anchor="ctr"/>
          <a:lstStyle/>
          <a:p>
            <a:pPr algn="l" indent="0" marL="0">
              <a:lnSpc>
                <a:spcPts val="1466"/>
              </a:lnSpc>
              <a:buNone/>
            </a:pPr>
            <a:r>
              <a:rPr lang="en-US" sz="1211" dirty="0">
                <a:solidFill>
                  <a:srgbClr val="707070">
                    <a:alpha val="99000"/>
                  </a:srgbClr>
                </a:solidFill>
                <a:latin typeface="Inter" pitchFamily="34" charset="0"/>
                <a:ea typeface="Inter" pitchFamily="34" charset="-122"/>
                <a:cs typeface="Inter" pitchFamily="34" charset="-120"/>
              </a:rPr>
              <a:t>단정 보류</a:t>
            </a:r>
            <a:endParaRPr lang="en-US" sz="1211" dirty="0"/>
          </a:p>
        </p:txBody>
      </p:sp>
      <p:sp>
        <p:nvSpPr>
          <p:cNvPr id="42" name="Shape 39"/>
          <p:cNvSpPr/>
          <p:nvPr/>
        </p:nvSpPr>
        <p:spPr>
          <a:xfrm>
            <a:off x="582932" y="3168396"/>
            <a:ext cx="7975854" cy="672084"/>
          </a:xfrm>
          <a:prstGeom prst="roundRect">
            <a:avLst/>
          </a:prstGeom>
          <a:solidFill>
            <a:srgbClr val="FAFAFA"/>
          </a:solidFill>
          <a:ln w="3167">
            <a:solidFill>
              <a:srgbClr val="E7E7E7"/>
            </a:solidFill>
            <a:prstDash val="solid"/>
          </a:ln>
        </p:spPr>
      </p:sp>
      <p:sp>
        <p:nvSpPr>
          <p:cNvPr id="43" name="Shape 40"/>
          <p:cNvSpPr/>
          <p:nvPr/>
        </p:nvSpPr>
        <p:spPr>
          <a:xfrm>
            <a:off x="768093" y="3284982"/>
            <a:ext cx="2057400" cy="240030"/>
          </a:xfrm>
          <a:prstGeom prst="rect">
            <a:avLst/>
          </a:prstGeom>
          <a:noFill/>
          <a:ln/>
        </p:spPr>
      </p:sp>
      <p:sp>
        <p:nvSpPr>
          <p:cNvPr id="44" name="Shape 41"/>
          <p:cNvSpPr/>
          <p:nvPr/>
        </p:nvSpPr>
        <p:spPr>
          <a:xfrm>
            <a:off x="768093" y="3284982"/>
            <a:ext cx="2057400" cy="240030"/>
          </a:xfrm>
          <a:prstGeom prst="rect">
            <a:avLst/>
          </a:prstGeom>
          <a:noFill/>
          <a:ln/>
        </p:spPr>
      </p:sp>
      <p:sp>
        <p:nvSpPr>
          <p:cNvPr id="45" name="Text 42"/>
          <p:cNvSpPr/>
          <p:nvPr/>
        </p:nvSpPr>
        <p:spPr>
          <a:xfrm>
            <a:off x="768093" y="3284982"/>
            <a:ext cx="2057400" cy="240030"/>
          </a:xfrm>
          <a:prstGeom prst="rect">
            <a:avLst/>
          </a:prstGeom>
          <a:noFill/>
          <a:ln/>
        </p:spPr>
        <p:txBody>
          <a:bodyPr wrap="square" lIns="0" tIns="0" rIns="0" bIns="0" rtlCol="0" anchor="ctr"/>
          <a:lstStyle/>
          <a:p>
            <a:pPr algn="l" indent="0" marL="0">
              <a:lnSpc>
                <a:spcPts val="1552"/>
              </a:lnSpc>
              <a:buNone/>
            </a:pPr>
            <a:r>
              <a:rPr lang="en-US" sz="1283" b="1" dirty="0">
                <a:solidFill>
                  <a:srgbClr val="171717">
                    <a:alpha val="99000"/>
                  </a:srgbClr>
                </a:solidFill>
                <a:latin typeface="Inter" pitchFamily="34" charset="0"/>
                <a:ea typeface="Inter" pitchFamily="34" charset="-122"/>
                <a:cs typeface="Inter" pitchFamily="34" charset="-120"/>
              </a:rPr>
              <a:t>분류 불명</a:t>
            </a:r>
            <a:endParaRPr lang="en-US" sz="1283" dirty="0"/>
          </a:p>
        </p:txBody>
      </p:sp>
      <p:sp>
        <p:nvSpPr>
          <p:cNvPr id="46" name="Shape 43"/>
          <p:cNvSpPr/>
          <p:nvPr/>
        </p:nvSpPr>
        <p:spPr>
          <a:xfrm>
            <a:off x="2859788" y="3380994"/>
            <a:ext cx="301752" cy="274320"/>
          </a:xfrm>
          <a:prstGeom prst="rect">
            <a:avLst/>
          </a:prstGeom>
          <a:noFill/>
          <a:ln/>
        </p:spPr>
      </p:sp>
      <p:sp>
        <p:nvSpPr>
          <p:cNvPr id="47" name="Shape 44"/>
          <p:cNvSpPr/>
          <p:nvPr/>
        </p:nvSpPr>
        <p:spPr>
          <a:xfrm>
            <a:off x="2859788" y="3380994"/>
            <a:ext cx="301752" cy="274320"/>
          </a:xfrm>
          <a:prstGeom prst="rect">
            <a:avLst/>
          </a:prstGeom>
          <a:noFill/>
          <a:ln/>
        </p:spPr>
      </p:sp>
      <p:sp>
        <p:nvSpPr>
          <p:cNvPr id="48" name="Text 45"/>
          <p:cNvSpPr/>
          <p:nvPr/>
        </p:nvSpPr>
        <p:spPr>
          <a:xfrm>
            <a:off x="2859788" y="3380994"/>
            <a:ext cx="301752" cy="274320"/>
          </a:xfrm>
          <a:prstGeom prst="rect">
            <a:avLst/>
          </a:prstGeom>
          <a:noFill/>
          <a:ln/>
        </p:spPr>
        <p:txBody>
          <a:bodyPr wrap="square" lIns="0" tIns="0" rIns="0" bIns="0" rtlCol="0" anchor="ctr"/>
          <a:lstStyle/>
          <a:p>
            <a:pPr algn="l" indent="0" marL="0">
              <a:lnSpc>
                <a:spcPts val="2156"/>
              </a:lnSpc>
              <a:buNone/>
            </a:pPr>
            <a:r>
              <a:rPr lang="en-US" sz="1781" dirty="0">
                <a:solidFill>
                  <a:srgbClr val="24805B">
                    <a:alpha val="99000"/>
                  </a:srgbClr>
                </a:solidFill>
                <a:latin typeface="Inter" pitchFamily="34" charset="0"/>
                <a:ea typeface="Inter" pitchFamily="34" charset="-122"/>
                <a:cs typeface="Inter" pitchFamily="34" charset="-120"/>
              </a:rPr>
              <a:t>→</a:t>
            </a:r>
            <a:endParaRPr lang="en-US" sz="1781" dirty="0"/>
          </a:p>
        </p:txBody>
      </p:sp>
      <p:sp>
        <p:nvSpPr>
          <p:cNvPr id="49" name="Shape 46"/>
          <p:cNvSpPr/>
          <p:nvPr/>
        </p:nvSpPr>
        <p:spPr>
          <a:xfrm>
            <a:off x="3326132" y="3284982"/>
            <a:ext cx="2249424" cy="240030"/>
          </a:xfrm>
          <a:prstGeom prst="rect">
            <a:avLst/>
          </a:prstGeom>
          <a:noFill/>
          <a:ln/>
        </p:spPr>
      </p:sp>
      <p:sp>
        <p:nvSpPr>
          <p:cNvPr id="50" name="Shape 47"/>
          <p:cNvSpPr/>
          <p:nvPr/>
        </p:nvSpPr>
        <p:spPr>
          <a:xfrm>
            <a:off x="3326132" y="3284982"/>
            <a:ext cx="2249424" cy="240030"/>
          </a:xfrm>
          <a:prstGeom prst="rect">
            <a:avLst/>
          </a:prstGeom>
          <a:noFill/>
          <a:ln/>
        </p:spPr>
      </p:sp>
      <p:sp>
        <p:nvSpPr>
          <p:cNvPr id="51" name="Text 48"/>
          <p:cNvSpPr/>
          <p:nvPr/>
        </p:nvSpPr>
        <p:spPr>
          <a:xfrm>
            <a:off x="3326132" y="3284982"/>
            <a:ext cx="2249424" cy="240030"/>
          </a:xfrm>
          <a:prstGeom prst="rect">
            <a:avLst/>
          </a:prstGeom>
          <a:noFill/>
          <a:ln/>
        </p:spPr>
        <p:txBody>
          <a:bodyPr wrap="square" lIns="0" tIns="0" rIns="0" bIns="0" rtlCol="0" anchor="ctr"/>
          <a:lstStyle/>
          <a:p>
            <a:pPr algn="l" indent="0" marL="0">
              <a:lnSpc>
                <a:spcPts val="1466"/>
              </a:lnSpc>
              <a:buNone/>
            </a:pPr>
            <a:r>
              <a:rPr lang="en-US" sz="1211" b="1" dirty="0">
                <a:solidFill>
                  <a:srgbClr val="171717">
                    <a:alpha val="99000"/>
                  </a:srgbClr>
                </a:solidFill>
                <a:latin typeface="Inter" pitchFamily="34" charset="0"/>
                <a:ea typeface="Inter" pitchFamily="34" charset="-122"/>
                <a:cs typeface="Inter" pitchFamily="34" charset="-120"/>
              </a:rPr>
              <a:t>문제 후보 유지</a:t>
            </a:r>
            <a:endParaRPr lang="en-US" sz="1211" dirty="0"/>
          </a:p>
        </p:txBody>
      </p:sp>
      <p:sp>
        <p:nvSpPr>
          <p:cNvPr id="52" name="Shape 49"/>
          <p:cNvSpPr/>
          <p:nvPr/>
        </p:nvSpPr>
        <p:spPr>
          <a:xfrm>
            <a:off x="5843020" y="3291840"/>
            <a:ext cx="2516886" cy="377190"/>
          </a:xfrm>
          <a:prstGeom prst="rect">
            <a:avLst/>
          </a:prstGeom>
          <a:noFill/>
          <a:ln/>
        </p:spPr>
      </p:sp>
      <p:sp>
        <p:nvSpPr>
          <p:cNvPr id="53" name="Shape 50"/>
          <p:cNvSpPr/>
          <p:nvPr/>
        </p:nvSpPr>
        <p:spPr>
          <a:xfrm>
            <a:off x="5843020" y="3291840"/>
            <a:ext cx="2516886" cy="377190"/>
          </a:xfrm>
          <a:prstGeom prst="rect">
            <a:avLst/>
          </a:prstGeom>
          <a:noFill/>
          <a:ln/>
        </p:spPr>
      </p:sp>
      <p:sp>
        <p:nvSpPr>
          <p:cNvPr id="54" name="Text 51"/>
          <p:cNvSpPr/>
          <p:nvPr/>
        </p:nvSpPr>
        <p:spPr>
          <a:xfrm>
            <a:off x="5843020" y="3291840"/>
            <a:ext cx="2516886" cy="377190"/>
          </a:xfrm>
          <a:prstGeom prst="rect">
            <a:avLst/>
          </a:prstGeom>
          <a:noFill/>
          <a:ln/>
        </p:spPr>
        <p:txBody>
          <a:bodyPr wrap="square" lIns="0" tIns="0" rIns="0" bIns="0" rtlCol="0" anchor="ctr"/>
          <a:lstStyle/>
          <a:p>
            <a:pPr algn="l" indent="0" marL="0">
              <a:lnSpc>
                <a:spcPts val="1466"/>
              </a:lnSpc>
              <a:buNone/>
            </a:pPr>
            <a:r>
              <a:rPr lang="en-US" sz="1211" dirty="0">
                <a:solidFill>
                  <a:srgbClr val="707070">
                    <a:alpha val="99000"/>
                  </a:srgbClr>
                </a:solidFill>
                <a:latin typeface="Inter" pitchFamily="34" charset="0"/>
                <a:ea typeface="Inter" pitchFamily="34" charset="-122"/>
                <a:cs typeface="Inter" pitchFamily="34" charset="-120"/>
              </a:rPr>
              <a:t>재질문</a:t>
            </a:r>
            <a:endParaRPr lang="en-US" sz="1211" dirty="0"/>
          </a:p>
        </p:txBody>
      </p:sp>
      <p:sp>
        <p:nvSpPr>
          <p:cNvPr id="55" name="Shape 52"/>
          <p:cNvSpPr/>
          <p:nvPr/>
        </p:nvSpPr>
        <p:spPr>
          <a:xfrm>
            <a:off x="582932" y="4443984"/>
            <a:ext cx="7886700" cy="253746"/>
          </a:xfrm>
          <a:prstGeom prst="rect">
            <a:avLst/>
          </a:prstGeom>
          <a:noFill/>
          <a:ln/>
        </p:spPr>
      </p:sp>
      <p:sp>
        <p:nvSpPr>
          <p:cNvPr id="56" name="Shape 53"/>
          <p:cNvSpPr/>
          <p:nvPr/>
        </p:nvSpPr>
        <p:spPr>
          <a:xfrm>
            <a:off x="582932" y="4443984"/>
            <a:ext cx="7886700" cy="253746"/>
          </a:xfrm>
          <a:prstGeom prst="rect">
            <a:avLst/>
          </a:prstGeom>
          <a:noFill/>
          <a:ln/>
        </p:spPr>
      </p:sp>
      <p:sp>
        <p:nvSpPr>
          <p:cNvPr id="57" name="Text 54"/>
          <p:cNvSpPr/>
          <p:nvPr/>
        </p:nvSpPr>
        <p:spPr>
          <a:xfrm>
            <a:off x="582932" y="4443984"/>
            <a:ext cx="7886700" cy="253746"/>
          </a:xfrm>
          <a:prstGeom prst="rect">
            <a:avLst/>
          </a:prstGeom>
          <a:noFill/>
          <a:ln/>
        </p:spPr>
        <p:txBody>
          <a:bodyPr wrap="square" lIns="0" tIns="0" rIns="0" bIns="0" rtlCol="0" anchor="ctr"/>
          <a:lstStyle/>
          <a:p>
            <a:pPr algn="l" indent="0" marL="0">
              <a:lnSpc>
                <a:spcPts val="1207"/>
              </a:lnSpc>
              <a:buNone/>
            </a:pPr>
            <a:r>
              <a:rPr lang="en-US" sz="998" b="1" dirty="0">
                <a:solidFill>
                  <a:srgbClr val="24805B">
                    <a:alpha val="99000"/>
                  </a:srgbClr>
                </a:solidFill>
                <a:latin typeface="Inter" pitchFamily="34" charset="0"/>
                <a:ea typeface="Inter" pitchFamily="34" charset="-122"/>
                <a:cs typeface="Inter" pitchFamily="34" charset="-120"/>
              </a:rPr>
              <a:t>기억 · 검색 · 응답 오류 분리</a:t>
            </a:r>
            <a:endParaRPr lang="en-US" sz="998"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32" y="288036"/>
            <a:ext cx="7406640" cy="198882"/>
          </a:xfrm>
          <a:prstGeom prst="rect">
            <a:avLst/>
          </a:prstGeom>
          <a:noFill/>
          <a:ln/>
        </p:spPr>
      </p:sp>
      <p:sp>
        <p:nvSpPr>
          <p:cNvPr id="4" name="Shape 1"/>
          <p:cNvSpPr/>
          <p:nvPr/>
        </p:nvSpPr>
        <p:spPr>
          <a:xfrm>
            <a:off x="582932" y="288036"/>
            <a:ext cx="7406640" cy="198882"/>
          </a:xfrm>
          <a:prstGeom prst="rect">
            <a:avLst/>
          </a:prstGeom>
          <a:noFill/>
          <a:ln/>
        </p:spPr>
      </p:sp>
      <p:sp>
        <p:nvSpPr>
          <p:cNvPr id="5" name="Text 2"/>
          <p:cNvSpPr/>
          <p:nvPr/>
        </p:nvSpPr>
        <p:spPr>
          <a:xfrm>
            <a:off x="582932" y="288036"/>
            <a:ext cx="7406640" cy="198882"/>
          </a:xfrm>
          <a:prstGeom prst="rect">
            <a:avLst/>
          </a:prstGeom>
          <a:noFill/>
          <a:ln/>
        </p:spPr>
        <p:txBody>
          <a:bodyPr wrap="square" lIns="0" tIns="0" rIns="0" bIns="0" rtlCol="0" anchor="ctr"/>
          <a:lstStyle/>
          <a:p>
            <a:pPr algn="l" indent="0" marL="0">
              <a:lnSpc>
                <a:spcPts val="888"/>
              </a:lnSpc>
              <a:buNone/>
            </a:pPr>
            <a:r>
              <a:rPr lang="en-US" sz="734" b="1" dirty="0">
                <a:solidFill>
                  <a:srgbClr val="707070">
                    <a:alpha val="99000"/>
                  </a:srgbClr>
                </a:solidFill>
                <a:latin typeface="Inter" pitchFamily="34" charset="0"/>
                <a:ea typeface="Inter" pitchFamily="34" charset="-122"/>
                <a:cs typeface="Inter" pitchFamily="34" charset="-120"/>
              </a:rPr>
              <a:t>PRODUCT · CHAT AND ANALYSIS</a:t>
            </a:r>
            <a:endParaRPr lang="en-US" sz="734" dirty="0"/>
          </a:p>
        </p:txBody>
      </p:sp>
      <p:sp>
        <p:nvSpPr>
          <p:cNvPr id="6" name="Shape 3"/>
          <p:cNvSpPr/>
          <p:nvPr/>
        </p:nvSpPr>
        <p:spPr>
          <a:xfrm>
            <a:off x="582932" y="589788"/>
            <a:ext cx="7989570" cy="459486"/>
          </a:xfrm>
          <a:prstGeom prst="rect">
            <a:avLst/>
          </a:prstGeom>
          <a:noFill/>
          <a:ln/>
        </p:spPr>
      </p:sp>
      <p:sp>
        <p:nvSpPr>
          <p:cNvPr id="7" name="Shape 4"/>
          <p:cNvSpPr/>
          <p:nvPr/>
        </p:nvSpPr>
        <p:spPr>
          <a:xfrm>
            <a:off x="582932" y="589788"/>
            <a:ext cx="7989570" cy="459486"/>
          </a:xfrm>
          <a:prstGeom prst="rect">
            <a:avLst/>
          </a:prstGeom>
          <a:noFill/>
          <a:ln/>
        </p:spPr>
      </p:sp>
      <p:sp>
        <p:nvSpPr>
          <p:cNvPr id="8" name="Text 5"/>
          <p:cNvSpPr/>
          <p:nvPr/>
        </p:nvSpPr>
        <p:spPr>
          <a:xfrm>
            <a:off x="582932" y="589788"/>
            <a:ext cx="7989570" cy="459486"/>
          </a:xfrm>
          <a:prstGeom prst="rect">
            <a:avLst/>
          </a:prstGeom>
          <a:noFill/>
          <a:ln/>
        </p:spPr>
        <p:txBody>
          <a:bodyPr wrap="square" lIns="0" tIns="0" rIns="0" bIns="0" rtlCol="0" anchor="ctr"/>
          <a:lstStyle/>
          <a:p>
            <a:pPr algn="l" indent="0" marL="0">
              <a:lnSpc>
                <a:spcPts val="2673"/>
              </a:lnSpc>
              <a:buNone/>
            </a:pPr>
            <a:r>
              <a:rPr lang="en-US" sz="2209" b="1" dirty="0">
                <a:solidFill>
                  <a:srgbClr val="171717">
                    <a:alpha val="99000"/>
                  </a:srgbClr>
                </a:solidFill>
                <a:latin typeface="Inter" pitchFamily="34" charset="0"/>
                <a:ea typeface="Inter" pitchFamily="34" charset="-122"/>
                <a:cs typeface="Inter" pitchFamily="34" charset="-120"/>
              </a:rPr>
              <a:t>핵심 인터페이스 — 챗봇 · 스윙 분석</a:t>
            </a:r>
            <a:endParaRPr lang="en-US" sz="2209" dirty="0"/>
          </a:p>
        </p:txBody>
      </p:sp>
      <p:sp>
        <p:nvSpPr>
          <p:cNvPr id="9" name="Shape 6"/>
          <p:cNvSpPr/>
          <p:nvPr/>
        </p:nvSpPr>
        <p:spPr>
          <a:xfrm>
            <a:off x="582932" y="1131570"/>
            <a:ext cx="7975854" cy="0"/>
          </a:xfrm>
          <a:prstGeom prst="rect">
            <a:avLst/>
          </a:prstGeom>
          <a:noFill/>
          <a:ln w="3620">
            <a:solidFill>
              <a:srgbClr val="EDEDED"/>
            </a:solidFill>
            <a:prstDash val="solid"/>
          </a:ln>
        </p:spPr>
      </p:sp>
      <p:sp>
        <p:nvSpPr>
          <p:cNvPr id="10" name="Shape 7"/>
          <p:cNvSpPr/>
          <p:nvPr/>
        </p:nvSpPr>
        <p:spPr>
          <a:xfrm>
            <a:off x="7989568" y="4834890"/>
            <a:ext cx="569214" cy="150876"/>
          </a:xfrm>
          <a:prstGeom prst="rect">
            <a:avLst/>
          </a:prstGeom>
          <a:noFill/>
          <a:ln/>
        </p:spPr>
      </p:sp>
      <p:sp>
        <p:nvSpPr>
          <p:cNvPr id="11" name="Shape 8"/>
          <p:cNvSpPr/>
          <p:nvPr/>
        </p:nvSpPr>
        <p:spPr>
          <a:xfrm>
            <a:off x="7989568" y="4834890"/>
            <a:ext cx="569214" cy="150876"/>
          </a:xfrm>
          <a:prstGeom prst="rect">
            <a:avLst/>
          </a:prstGeom>
          <a:noFill/>
          <a:ln/>
        </p:spPr>
      </p:sp>
      <p:sp>
        <p:nvSpPr>
          <p:cNvPr id="12" name="Text 9"/>
          <p:cNvSpPr/>
          <p:nvPr/>
        </p:nvSpPr>
        <p:spPr>
          <a:xfrm>
            <a:off x="7989568" y="4834890"/>
            <a:ext cx="569214" cy="150876"/>
          </a:xfrm>
          <a:prstGeom prst="rect">
            <a:avLst/>
          </a:prstGeom>
          <a:noFill/>
          <a:ln/>
        </p:spPr>
        <p:txBody>
          <a:bodyPr wrap="square" lIns="0" tIns="0" rIns="0" bIns="0" rtlCol="0" anchor="ctr"/>
          <a:lstStyle/>
          <a:p>
            <a:pPr algn="l" indent="0" marL="0">
              <a:lnSpc>
                <a:spcPts val="897"/>
              </a:lnSpc>
              <a:buNone/>
            </a:pPr>
            <a:r>
              <a:rPr lang="en-US" sz="741" dirty="0">
                <a:solidFill>
                  <a:srgbClr val="707070">
                    <a:alpha val="99000"/>
                  </a:srgbClr>
                </a:solidFill>
                <a:latin typeface="Inter" pitchFamily="34" charset="0"/>
                <a:ea typeface="Inter" pitchFamily="34" charset="-122"/>
                <a:cs typeface="Inter" pitchFamily="34" charset="-120"/>
              </a:rPr>
              <a:t>17 / 18</a:t>
            </a:r>
            <a:endParaRPr lang="en-US" sz="741" dirty="0"/>
          </a:p>
        </p:txBody>
      </p:sp>
      <p:sp>
        <p:nvSpPr>
          <p:cNvPr id="13" name="Shape 10"/>
          <p:cNvSpPr/>
          <p:nvPr/>
        </p:nvSpPr>
        <p:spPr>
          <a:xfrm>
            <a:off x="582932" y="1460754"/>
            <a:ext cx="3854196" cy="3209544"/>
          </a:xfrm>
          <a:prstGeom prst="roundRect">
            <a:avLst/>
          </a:prstGeom>
          <a:solidFill>
            <a:srgbClr val="FFFFFF"/>
          </a:solidFill>
          <a:ln w="3620">
            <a:solidFill>
              <a:srgbClr val="DFDFDF"/>
            </a:solidFill>
            <a:prstDash val="solid"/>
          </a:ln>
        </p:spPr>
      </p:sp>
      <p:pic>
        <p:nvPicPr>
          <p:cNvPr id="14" name="Image 0" descr="preencoded.png">    </p:cNvPr>
          <p:cNvPicPr>
            <a:picLocks noChangeAspect="1"/>
          </p:cNvPicPr>
          <p:nvPr/>
        </p:nvPicPr>
        <p:blipFill>
          <a:blip r:embed="rId1"/>
          <a:srcRect l="0" r="0" t="0" b="0"/>
          <a:stretch/>
        </p:blipFill>
        <p:spPr>
          <a:xfrm>
            <a:off x="829819" y="1543050"/>
            <a:ext cx="1611632" cy="3038094"/>
          </a:xfrm>
          <a:prstGeom prst="rect">
            <a:avLst/>
          </a:prstGeom>
        </p:spPr>
      </p:pic>
      <p:sp>
        <p:nvSpPr>
          <p:cNvPr id="15" name="Shape 11"/>
          <p:cNvSpPr/>
          <p:nvPr/>
        </p:nvSpPr>
        <p:spPr>
          <a:xfrm>
            <a:off x="2640332" y="2318004"/>
            <a:ext cx="82296" cy="82296"/>
          </a:xfrm>
          <a:prstGeom prst="ellipse">
            <a:avLst/>
          </a:prstGeom>
          <a:solidFill>
            <a:srgbClr val="3ECF8E"/>
          </a:solidFill>
          <a:ln w="4524">
            <a:solidFill>
              <a:srgbClr val="3ECF8E">
                <a:alpha val="0"/>
              </a:srgbClr>
            </a:solidFill>
            <a:prstDash val="solid"/>
          </a:ln>
        </p:spPr>
      </p:sp>
      <p:sp>
        <p:nvSpPr>
          <p:cNvPr id="16" name="Shape 12"/>
          <p:cNvSpPr/>
          <p:nvPr/>
        </p:nvSpPr>
        <p:spPr>
          <a:xfrm>
            <a:off x="2640332" y="2551176"/>
            <a:ext cx="1549908" cy="493776"/>
          </a:xfrm>
          <a:prstGeom prst="rect">
            <a:avLst/>
          </a:prstGeom>
          <a:noFill/>
          <a:ln/>
        </p:spPr>
      </p:sp>
      <p:sp>
        <p:nvSpPr>
          <p:cNvPr id="17" name="Shape 13"/>
          <p:cNvSpPr/>
          <p:nvPr/>
        </p:nvSpPr>
        <p:spPr>
          <a:xfrm>
            <a:off x="2640332" y="2551176"/>
            <a:ext cx="1549908" cy="493776"/>
          </a:xfrm>
          <a:prstGeom prst="rect">
            <a:avLst/>
          </a:prstGeom>
          <a:noFill/>
          <a:ln/>
        </p:spPr>
      </p:sp>
      <p:sp>
        <p:nvSpPr>
          <p:cNvPr id="18" name="Text 14"/>
          <p:cNvSpPr/>
          <p:nvPr/>
        </p:nvSpPr>
        <p:spPr>
          <a:xfrm>
            <a:off x="2640332" y="2551176"/>
            <a:ext cx="1549908" cy="493776"/>
          </a:xfrm>
          <a:prstGeom prst="rect">
            <a:avLst/>
          </a:prstGeom>
          <a:noFill/>
          <a:ln/>
        </p:spPr>
        <p:txBody>
          <a:bodyPr wrap="square" lIns="0" tIns="0" rIns="0" bIns="0" rtlCol="0" anchor="ctr"/>
          <a:lstStyle/>
          <a:p>
            <a:pPr algn="l" indent="0" marL="0">
              <a:lnSpc>
                <a:spcPts val="1690"/>
              </a:lnSpc>
              <a:buNone/>
            </a:pPr>
            <a:r>
              <a:rPr lang="en-US" sz="1397" b="1" dirty="0">
                <a:solidFill>
                  <a:srgbClr val="171717">
                    <a:alpha val="99000"/>
                  </a:srgbClr>
                </a:solidFill>
                <a:latin typeface="Inter" pitchFamily="34" charset="0"/>
                <a:ea typeface="Inter" pitchFamily="34" charset="-122"/>
                <a:cs typeface="Inter" pitchFamily="34" charset="-120"/>
              </a:rPr>
              <a:t>챗봇</a:t>
            </a:r>
            <a:endParaRPr lang="en-US" sz="1397" dirty="0"/>
          </a:p>
        </p:txBody>
      </p:sp>
      <p:sp>
        <p:nvSpPr>
          <p:cNvPr id="19" name="Shape 15"/>
          <p:cNvSpPr/>
          <p:nvPr/>
        </p:nvSpPr>
        <p:spPr>
          <a:xfrm>
            <a:off x="2640332" y="3188970"/>
            <a:ext cx="1549908" cy="534924"/>
          </a:xfrm>
          <a:prstGeom prst="rect">
            <a:avLst/>
          </a:prstGeom>
          <a:noFill/>
          <a:ln/>
        </p:spPr>
      </p:sp>
      <p:sp>
        <p:nvSpPr>
          <p:cNvPr id="20" name="Shape 16"/>
          <p:cNvSpPr/>
          <p:nvPr/>
        </p:nvSpPr>
        <p:spPr>
          <a:xfrm>
            <a:off x="2640332" y="3188970"/>
            <a:ext cx="1549908" cy="534924"/>
          </a:xfrm>
          <a:prstGeom prst="rect">
            <a:avLst/>
          </a:prstGeom>
          <a:noFill/>
          <a:ln/>
        </p:spPr>
      </p:sp>
      <p:sp>
        <p:nvSpPr>
          <p:cNvPr id="21" name="Text 17"/>
          <p:cNvSpPr/>
          <p:nvPr/>
        </p:nvSpPr>
        <p:spPr>
          <a:xfrm>
            <a:off x="2640332" y="3188970"/>
            <a:ext cx="1549908" cy="534924"/>
          </a:xfrm>
          <a:prstGeom prst="rect">
            <a:avLst/>
          </a:prstGeom>
          <a:noFill/>
          <a:ln/>
        </p:spPr>
        <p:txBody>
          <a:bodyPr wrap="square" lIns="0" tIns="0" rIns="0" bIns="0" rtlCol="0" anchor="ctr"/>
          <a:lstStyle/>
          <a:p>
            <a:pPr algn="l" indent="0" marL="0">
              <a:lnSpc>
                <a:spcPts val="1138"/>
              </a:lnSpc>
              <a:buNone/>
            </a:pPr>
            <a:r>
              <a:rPr lang="en-US" sz="940" dirty="0">
                <a:solidFill>
                  <a:srgbClr val="707070">
                    <a:alpha val="99000"/>
                  </a:srgbClr>
                </a:solidFill>
                <a:latin typeface="Inter" pitchFamily="34" charset="0"/>
                <a:ea typeface="Inter" pitchFamily="34" charset="-122"/>
                <a:cs typeface="Inter" pitchFamily="34" charset="-120"/>
              </a:rPr>
              <a:t>텍스트 · 미디어 질문</a:t>
            </a:r>
            <a:endParaRPr lang="en-US" sz="940" dirty="0"/>
          </a:p>
        </p:txBody>
      </p:sp>
      <p:sp>
        <p:nvSpPr>
          <p:cNvPr id="22" name="Shape 18"/>
          <p:cNvSpPr/>
          <p:nvPr/>
        </p:nvSpPr>
        <p:spPr>
          <a:xfrm>
            <a:off x="4704587" y="1460754"/>
            <a:ext cx="3854196" cy="3209544"/>
          </a:xfrm>
          <a:prstGeom prst="roundRect">
            <a:avLst/>
          </a:prstGeom>
          <a:solidFill>
            <a:srgbClr val="FFFFFF"/>
          </a:solidFill>
          <a:ln w="3620">
            <a:solidFill>
              <a:srgbClr val="DFDFDF"/>
            </a:solidFill>
            <a:prstDash val="solid"/>
          </a:ln>
        </p:spPr>
      </p:sp>
      <p:pic>
        <p:nvPicPr>
          <p:cNvPr id="23" name="Image 1" descr="preencoded.png">    </p:cNvPr>
          <p:cNvPicPr>
            <a:picLocks noChangeAspect="1"/>
          </p:cNvPicPr>
          <p:nvPr/>
        </p:nvPicPr>
        <p:blipFill>
          <a:blip r:embed="rId2"/>
          <a:srcRect l="0" r="0" t="0" b="0"/>
          <a:stretch/>
        </p:blipFill>
        <p:spPr>
          <a:xfrm>
            <a:off x="4951475" y="1543050"/>
            <a:ext cx="1611632" cy="3038094"/>
          </a:xfrm>
          <a:prstGeom prst="rect">
            <a:avLst/>
          </a:prstGeom>
        </p:spPr>
      </p:pic>
      <p:sp>
        <p:nvSpPr>
          <p:cNvPr id="24" name="Shape 19"/>
          <p:cNvSpPr/>
          <p:nvPr/>
        </p:nvSpPr>
        <p:spPr>
          <a:xfrm>
            <a:off x="6761987" y="2318004"/>
            <a:ext cx="82296" cy="82296"/>
          </a:xfrm>
          <a:prstGeom prst="ellipse">
            <a:avLst/>
          </a:prstGeom>
          <a:solidFill>
            <a:srgbClr val="3ECF8E"/>
          </a:solidFill>
          <a:ln w="4524">
            <a:solidFill>
              <a:srgbClr val="3ECF8E">
                <a:alpha val="0"/>
              </a:srgbClr>
            </a:solidFill>
            <a:prstDash val="solid"/>
          </a:ln>
        </p:spPr>
      </p:sp>
      <p:sp>
        <p:nvSpPr>
          <p:cNvPr id="25" name="Shape 20"/>
          <p:cNvSpPr/>
          <p:nvPr/>
        </p:nvSpPr>
        <p:spPr>
          <a:xfrm>
            <a:off x="6761987" y="2551176"/>
            <a:ext cx="1549908" cy="493776"/>
          </a:xfrm>
          <a:prstGeom prst="rect">
            <a:avLst/>
          </a:prstGeom>
          <a:noFill/>
          <a:ln/>
        </p:spPr>
      </p:sp>
      <p:sp>
        <p:nvSpPr>
          <p:cNvPr id="26" name="Shape 21"/>
          <p:cNvSpPr/>
          <p:nvPr/>
        </p:nvSpPr>
        <p:spPr>
          <a:xfrm>
            <a:off x="6761987" y="2551176"/>
            <a:ext cx="1549908" cy="493776"/>
          </a:xfrm>
          <a:prstGeom prst="rect">
            <a:avLst/>
          </a:prstGeom>
          <a:noFill/>
          <a:ln/>
        </p:spPr>
      </p:sp>
      <p:sp>
        <p:nvSpPr>
          <p:cNvPr id="27" name="Text 22"/>
          <p:cNvSpPr/>
          <p:nvPr/>
        </p:nvSpPr>
        <p:spPr>
          <a:xfrm>
            <a:off x="6761987" y="2551176"/>
            <a:ext cx="1549908" cy="493776"/>
          </a:xfrm>
          <a:prstGeom prst="rect">
            <a:avLst/>
          </a:prstGeom>
          <a:noFill/>
          <a:ln/>
        </p:spPr>
        <p:txBody>
          <a:bodyPr wrap="square" lIns="0" tIns="0" rIns="0" bIns="0" rtlCol="0" anchor="ctr"/>
          <a:lstStyle/>
          <a:p>
            <a:pPr algn="l" indent="0" marL="0">
              <a:lnSpc>
                <a:spcPts val="1690"/>
              </a:lnSpc>
              <a:buNone/>
            </a:pPr>
            <a:r>
              <a:rPr lang="en-US" sz="1397" b="1" dirty="0">
                <a:solidFill>
                  <a:srgbClr val="171717">
                    <a:alpha val="99000"/>
                  </a:srgbClr>
                </a:solidFill>
                <a:latin typeface="Inter" pitchFamily="34" charset="0"/>
                <a:ea typeface="Inter" pitchFamily="34" charset="-122"/>
                <a:cs typeface="Inter" pitchFamily="34" charset="-120"/>
              </a:rPr>
              <a:t>스윙 분석 응답</a:t>
            </a:r>
            <a:endParaRPr lang="en-US" sz="1397" dirty="0"/>
          </a:p>
        </p:txBody>
      </p:sp>
      <p:sp>
        <p:nvSpPr>
          <p:cNvPr id="28" name="Shape 23"/>
          <p:cNvSpPr/>
          <p:nvPr/>
        </p:nvSpPr>
        <p:spPr>
          <a:xfrm>
            <a:off x="6761987" y="3188970"/>
            <a:ext cx="1549908" cy="534924"/>
          </a:xfrm>
          <a:prstGeom prst="rect">
            <a:avLst/>
          </a:prstGeom>
          <a:noFill/>
          <a:ln/>
        </p:spPr>
      </p:sp>
      <p:sp>
        <p:nvSpPr>
          <p:cNvPr id="29" name="Shape 24"/>
          <p:cNvSpPr/>
          <p:nvPr/>
        </p:nvSpPr>
        <p:spPr>
          <a:xfrm>
            <a:off x="6761987" y="3188970"/>
            <a:ext cx="1549908" cy="534924"/>
          </a:xfrm>
          <a:prstGeom prst="rect">
            <a:avLst/>
          </a:prstGeom>
          <a:noFill/>
          <a:ln/>
        </p:spPr>
      </p:sp>
      <p:sp>
        <p:nvSpPr>
          <p:cNvPr id="30" name="Text 25"/>
          <p:cNvSpPr/>
          <p:nvPr/>
        </p:nvSpPr>
        <p:spPr>
          <a:xfrm>
            <a:off x="6761987" y="3188970"/>
            <a:ext cx="1549908" cy="534924"/>
          </a:xfrm>
          <a:prstGeom prst="rect">
            <a:avLst/>
          </a:prstGeom>
          <a:noFill/>
          <a:ln/>
        </p:spPr>
        <p:txBody>
          <a:bodyPr wrap="square" lIns="0" tIns="0" rIns="0" bIns="0" rtlCol="0" anchor="ctr"/>
          <a:lstStyle/>
          <a:p>
            <a:pPr algn="l" indent="0" marL="0">
              <a:lnSpc>
                <a:spcPts val="1138"/>
              </a:lnSpc>
              <a:buNone/>
            </a:pPr>
            <a:r>
              <a:rPr lang="en-US" sz="940" dirty="0">
                <a:solidFill>
                  <a:srgbClr val="707070">
                    <a:alpha val="99000"/>
                  </a:srgbClr>
                </a:solidFill>
                <a:latin typeface="Inter" pitchFamily="34" charset="0"/>
                <a:ea typeface="Inter" pitchFamily="34" charset="-122"/>
                <a:cs typeface="Inter" pitchFamily="34" charset="-120"/>
              </a:rPr>
              <a:t>우선 과제 · 다음 검증</a:t>
            </a:r>
            <a:endParaRPr lang="en-US" sz="940" dirty="0"/>
          </a:p>
        </p:txBody>
      </p:sp>
      <p:sp>
        <p:nvSpPr>
          <p:cNvPr id="31" name="Shape 26"/>
          <p:cNvSpPr/>
          <p:nvPr/>
        </p:nvSpPr>
        <p:spPr>
          <a:xfrm>
            <a:off x="582932" y="4828032"/>
            <a:ext cx="6069330" cy="150876"/>
          </a:xfrm>
          <a:prstGeom prst="rect">
            <a:avLst/>
          </a:prstGeom>
          <a:noFill/>
          <a:ln/>
        </p:spPr>
      </p:sp>
      <p:sp>
        <p:nvSpPr>
          <p:cNvPr id="32" name="Shape 27"/>
          <p:cNvSpPr/>
          <p:nvPr/>
        </p:nvSpPr>
        <p:spPr>
          <a:xfrm>
            <a:off x="582932" y="4828032"/>
            <a:ext cx="6069330" cy="150876"/>
          </a:xfrm>
          <a:prstGeom prst="rect">
            <a:avLst/>
          </a:prstGeom>
          <a:noFill/>
          <a:ln/>
        </p:spPr>
      </p:sp>
      <p:sp>
        <p:nvSpPr>
          <p:cNvPr id="33" name="Text 28"/>
          <p:cNvSpPr/>
          <p:nvPr/>
        </p:nvSpPr>
        <p:spPr>
          <a:xfrm>
            <a:off x="582932" y="4828032"/>
            <a:ext cx="6069330" cy="150876"/>
          </a:xfrm>
          <a:prstGeom prst="rect">
            <a:avLst/>
          </a:prstGeom>
          <a:noFill/>
          <a:ln/>
        </p:spPr>
        <p:txBody>
          <a:bodyPr wrap="square" lIns="0" tIns="0" rIns="0" bIns="0" rtlCol="0" anchor="ctr"/>
          <a:lstStyle/>
          <a:p>
            <a:pPr algn="l" indent="0" marL="0">
              <a:lnSpc>
                <a:spcPts val="880"/>
              </a:lnSpc>
              <a:buNone/>
            </a:pPr>
            <a:r>
              <a:rPr lang="en-US" sz="727" dirty="0">
                <a:solidFill>
                  <a:srgbClr val="707070">
                    <a:alpha val="99000"/>
                  </a:srgbClr>
                </a:solidFill>
                <a:latin typeface="Inter" pitchFamily="34" charset="0"/>
                <a:ea typeface="Inter" pitchFamily="34" charset="-122"/>
                <a:cs typeface="Inter" pitchFamily="34" charset="-120"/>
              </a:rPr>
              <a:t>UI 재현 화면 · mock API</a:t>
            </a:r>
            <a:endParaRPr lang="en-US" sz="72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32" y="288036"/>
            <a:ext cx="7406640" cy="198882"/>
          </a:xfrm>
          <a:prstGeom prst="rect">
            <a:avLst/>
          </a:prstGeom>
          <a:noFill/>
          <a:ln/>
        </p:spPr>
      </p:sp>
      <p:sp>
        <p:nvSpPr>
          <p:cNvPr id="4" name="Shape 1"/>
          <p:cNvSpPr/>
          <p:nvPr/>
        </p:nvSpPr>
        <p:spPr>
          <a:xfrm>
            <a:off x="582932" y="288036"/>
            <a:ext cx="7406640" cy="198882"/>
          </a:xfrm>
          <a:prstGeom prst="rect">
            <a:avLst/>
          </a:prstGeom>
          <a:noFill/>
          <a:ln/>
        </p:spPr>
      </p:sp>
      <p:sp>
        <p:nvSpPr>
          <p:cNvPr id="5" name="Text 2"/>
          <p:cNvSpPr/>
          <p:nvPr/>
        </p:nvSpPr>
        <p:spPr>
          <a:xfrm>
            <a:off x="582932" y="288036"/>
            <a:ext cx="7406640" cy="198882"/>
          </a:xfrm>
          <a:prstGeom prst="rect">
            <a:avLst/>
          </a:prstGeom>
          <a:noFill/>
          <a:ln/>
        </p:spPr>
        <p:txBody>
          <a:bodyPr wrap="square" lIns="0" tIns="0" rIns="0" bIns="0" rtlCol="0" anchor="ctr"/>
          <a:lstStyle/>
          <a:p>
            <a:pPr algn="l" indent="0" marL="0">
              <a:lnSpc>
                <a:spcPts val="888"/>
              </a:lnSpc>
              <a:buNone/>
            </a:pPr>
            <a:r>
              <a:rPr lang="en-US" sz="734" b="1" dirty="0">
                <a:solidFill>
                  <a:srgbClr val="707070">
                    <a:alpha val="99000"/>
                  </a:srgbClr>
                </a:solidFill>
                <a:latin typeface="Inter" pitchFamily="34" charset="0"/>
                <a:ea typeface="Inter" pitchFamily="34" charset="-122"/>
                <a:cs typeface="Inter" pitchFamily="34" charset="-120"/>
              </a:rPr>
              <a:t>PRODUCT · MEMBER STATE</a:t>
            </a:r>
            <a:endParaRPr lang="en-US" sz="734" dirty="0"/>
          </a:p>
        </p:txBody>
      </p:sp>
      <p:sp>
        <p:nvSpPr>
          <p:cNvPr id="6" name="Shape 3"/>
          <p:cNvSpPr/>
          <p:nvPr/>
        </p:nvSpPr>
        <p:spPr>
          <a:xfrm>
            <a:off x="582932" y="589788"/>
            <a:ext cx="7989570" cy="459486"/>
          </a:xfrm>
          <a:prstGeom prst="rect">
            <a:avLst/>
          </a:prstGeom>
          <a:noFill/>
          <a:ln/>
        </p:spPr>
      </p:sp>
      <p:sp>
        <p:nvSpPr>
          <p:cNvPr id="7" name="Shape 4"/>
          <p:cNvSpPr/>
          <p:nvPr/>
        </p:nvSpPr>
        <p:spPr>
          <a:xfrm>
            <a:off x="582932" y="589788"/>
            <a:ext cx="7989570" cy="459486"/>
          </a:xfrm>
          <a:prstGeom prst="rect">
            <a:avLst/>
          </a:prstGeom>
          <a:noFill/>
          <a:ln/>
        </p:spPr>
      </p:sp>
      <p:sp>
        <p:nvSpPr>
          <p:cNvPr id="8" name="Text 5"/>
          <p:cNvSpPr/>
          <p:nvPr/>
        </p:nvSpPr>
        <p:spPr>
          <a:xfrm>
            <a:off x="582932" y="589788"/>
            <a:ext cx="7989570" cy="459486"/>
          </a:xfrm>
          <a:prstGeom prst="rect">
            <a:avLst/>
          </a:prstGeom>
          <a:noFill/>
          <a:ln/>
        </p:spPr>
        <p:txBody>
          <a:bodyPr wrap="square" lIns="0" tIns="0" rIns="0" bIns="0" rtlCol="0" anchor="ctr"/>
          <a:lstStyle/>
          <a:p>
            <a:pPr algn="l" indent="0" marL="0">
              <a:lnSpc>
                <a:spcPts val="2673"/>
              </a:lnSpc>
              <a:buNone/>
            </a:pPr>
            <a:r>
              <a:rPr lang="en-US" sz="2209" b="1" dirty="0">
                <a:solidFill>
                  <a:srgbClr val="171717">
                    <a:alpha val="99000"/>
                  </a:srgbClr>
                </a:solidFill>
                <a:latin typeface="Inter" pitchFamily="34" charset="0"/>
                <a:ea typeface="Inter" pitchFamily="34" charset="-122"/>
                <a:cs typeface="Inter" pitchFamily="34" charset="-120"/>
              </a:rPr>
              <a:t>회원별 코칭 — 프로필 · 로드맵 · 재로그인</a:t>
            </a:r>
            <a:endParaRPr lang="en-US" sz="2209" dirty="0"/>
          </a:p>
        </p:txBody>
      </p:sp>
      <p:sp>
        <p:nvSpPr>
          <p:cNvPr id="9" name="Shape 6"/>
          <p:cNvSpPr/>
          <p:nvPr/>
        </p:nvSpPr>
        <p:spPr>
          <a:xfrm>
            <a:off x="582932" y="1131570"/>
            <a:ext cx="7975854" cy="0"/>
          </a:xfrm>
          <a:prstGeom prst="rect">
            <a:avLst/>
          </a:prstGeom>
          <a:noFill/>
          <a:ln w="3620">
            <a:solidFill>
              <a:srgbClr val="EDEDED"/>
            </a:solidFill>
            <a:prstDash val="solid"/>
          </a:ln>
        </p:spPr>
      </p:sp>
      <p:sp>
        <p:nvSpPr>
          <p:cNvPr id="10" name="Shape 7"/>
          <p:cNvSpPr/>
          <p:nvPr/>
        </p:nvSpPr>
        <p:spPr>
          <a:xfrm>
            <a:off x="7989577" y="4834890"/>
            <a:ext cx="569214" cy="150876"/>
          </a:xfrm>
          <a:prstGeom prst="rect">
            <a:avLst/>
          </a:prstGeom>
          <a:noFill/>
          <a:ln/>
        </p:spPr>
      </p:sp>
      <p:sp>
        <p:nvSpPr>
          <p:cNvPr id="11" name="Shape 8"/>
          <p:cNvSpPr/>
          <p:nvPr/>
        </p:nvSpPr>
        <p:spPr>
          <a:xfrm>
            <a:off x="7989577" y="4834890"/>
            <a:ext cx="569214" cy="150876"/>
          </a:xfrm>
          <a:prstGeom prst="rect">
            <a:avLst/>
          </a:prstGeom>
          <a:noFill/>
          <a:ln/>
        </p:spPr>
      </p:sp>
      <p:sp>
        <p:nvSpPr>
          <p:cNvPr id="12" name="Text 9"/>
          <p:cNvSpPr/>
          <p:nvPr/>
        </p:nvSpPr>
        <p:spPr>
          <a:xfrm>
            <a:off x="7989577" y="4834890"/>
            <a:ext cx="569214" cy="150876"/>
          </a:xfrm>
          <a:prstGeom prst="rect">
            <a:avLst/>
          </a:prstGeom>
          <a:noFill/>
          <a:ln/>
        </p:spPr>
        <p:txBody>
          <a:bodyPr wrap="square" lIns="0" tIns="0" rIns="0" bIns="0" rtlCol="0" anchor="ctr"/>
          <a:lstStyle/>
          <a:p>
            <a:pPr algn="l" indent="0" marL="0">
              <a:lnSpc>
                <a:spcPts val="897"/>
              </a:lnSpc>
              <a:buNone/>
            </a:pPr>
            <a:r>
              <a:rPr lang="en-US" sz="741" dirty="0">
                <a:solidFill>
                  <a:srgbClr val="707070">
                    <a:alpha val="99000"/>
                  </a:srgbClr>
                </a:solidFill>
                <a:latin typeface="Inter" pitchFamily="34" charset="0"/>
                <a:ea typeface="Inter" pitchFamily="34" charset="-122"/>
                <a:cs typeface="Inter" pitchFamily="34" charset="-120"/>
              </a:rPr>
              <a:t>18 / 18</a:t>
            </a:r>
            <a:endParaRPr lang="en-US" sz="741" dirty="0"/>
          </a:p>
        </p:txBody>
      </p:sp>
      <p:sp>
        <p:nvSpPr>
          <p:cNvPr id="13" name="Shape 10"/>
          <p:cNvSpPr/>
          <p:nvPr/>
        </p:nvSpPr>
        <p:spPr>
          <a:xfrm>
            <a:off x="582932" y="1460754"/>
            <a:ext cx="7975854" cy="3209544"/>
          </a:xfrm>
          <a:prstGeom prst="roundRect">
            <a:avLst/>
          </a:prstGeom>
          <a:solidFill>
            <a:srgbClr val="FFFFFF"/>
          </a:solidFill>
          <a:ln w="3620">
            <a:solidFill>
              <a:srgbClr val="DFDFDF"/>
            </a:solidFill>
            <a:prstDash val="solid"/>
          </a:ln>
        </p:spPr>
      </p:sp>
      <p:pic>
        <p:nvPicPr>
          <p:cNvPr id="14" name="Image 0" descr="preencoded.png">    </p:cNvPr>
          <p:cNvPicPr>
            <a:picLocks noChangeAspect="1"/>
          </p:cNvPicPr>
          <p:nvPr/>
        </p:nvPicPr>
        <p:blipFill>
          <a:blip r:embed="rId1"/>
          <a:srcRect l="0" r="0" t="0" b="0"/>
          <a:stretch/>
        </p:blipFill>
        <p:spPr>
          <a:xfrm>
            <a:off x="822964" y="1543050"/>
            <a:ext cx="1611630" cy="3038094"/>
          </a:xfrm>
          <a:prstGeom prst="rect">
            <a:avLst/>
          </a:prstGeom>
        </p:spPr>
      </p:pic>
      <p:sp>
        <p:nvSpPr>
          <p:cNvPr id="15" name="Shape 11"/>
          <p:cNvSpPr/>
          <p:nvPr/>
        </p:nvSpPr>
        <p:spPr>
          <a:xfrm>
            <a:off x="2756911" y="2132838"/>
            <a:ext cx="2386584" cy="1632204"/>
          </a:xfrm>
          <a:prstGeom prst="roundRect">
            <a:avLst/>
          </a:prstGeom>
          <a:solidFill>
            <a:srgbClr val="1C1C1C"/>
          </a:solidFill>
          <a:ln w="3620">
            <a:solidFill>
              <a:srgbClr val="1C1C1C"/>
            </a:solidFill>
            <a:prstDash val="solid"/>
          </a:ln>
        </p:spPr>
      </p:sp>
      <p:sp>
        <p:nvSpPr>
          <p:cNvPr id="16" name="Shape 12"/>
          <p:cNvSpPr/>
          <p:nvPr/>
        </p:nvSpPr>
        <p:spPr>
          <a:xfrm>
            <a:off x="2976376" y="2386584"/>
            <a:ext cx="82296" cy="82296"/>
          </a:xfrm>
          <a:prstGeom prst="ellipse">
            <a:avLst/>
          </a:prstGeom>
          <a:solidFill>
            <a:srgbClr val="3ECF8E"/>
          </a:solidFill>
          <a:ln w="4524">
            <a:solidFill>
              <a:srgbClr val="3ECF8E">
                <a:alpha val="0"/>
              </a:srgbClr>
            </a:solidFill>
            <a:prstDash val="solid"/>
          </a:ln>
        </p:spPr>
      </p:sp>
      <p:sp>
        <p:nvSpPr>
          <p:cNvPr id="17" name="Shape 13"/>
          <p:cNvSpPr/>
          <p:nvPr/>
        </p:nvSpPr>
        <p:spPr>
          <a:xfrm>
            <a:off x="2976376" y="2667762"/>
            <a:ext cx="1947672" cy="356616"/>
          </a:xfrm>
          <a:prstGeom prst="rect">
            <a:avLst/>
          </a:prstGeom>
          <a:noFill/>
          <a:ln/>
        </p:spPr>
      </p:sp>
      <p:sp>
        <p:nvSpPr>
          <p:cNvPr id="18" name="Shape 14"/>
          <p:cNvSpPr/>
          <p:nvPr/>
        </p:nvSpPr>
        <p:spPr>
          <a:xfrm>
            <a:off x="2976376" y="2667762"/>
            <a:ext cx="1947672" cy="356616"/>
          </a:xfrm>
          <a:prstGeom prst="rect">
            <a:avLst/>
          </a:prstGeom>
          <a:noFill/>
          <a:ln/>
        </p:spPr>
      </p:sp>
      <p:sp>
        <p:nvSpPr>
          <p:cNvPr id="19" name="Text 15"/>
          <p:cNvSpPr/>
          <p:nvPr/>
        </p:nvSpPr>
        <p:spPr>
          <a:xfrm>
            <a:off x="2976376" y="2667762"/>
            <a:ext cx="1947672" cy="356616"/>
          </a:xfrm>
          <a:prstGeom prst="rect">
            <a:avLst/>
          </a:prstGeom>
          <a:noFill/>
          <a:ln/>
        </p:spPr>
        <p:txBody>
          <a:bodyPr wrap="square" lIns="0" tIns="0" rIns="0" bIns="0" rtlCol="0" anchor="ctr"/>
          <a:lstStyle/>
          <a:p>
            <a:pPr algn="l" indent="0" marL="0">
              <a:lnSpc>
                <a:spcPts val="1725"/>
              </a:lnSpc>
              <a:buNone/>
            </a:pPr>
            <a:r>
              <a:rPr lang="en-US" sz="1425" b="1" dirty="0">
                <a:solidFill>
                  <a:srgbClr val="FFFFFF">
                    <a:alpha val="99000"/>
                  </a:srgbClr>
                </a:solidFill>
                <a:latin typeface="Inter" pitchFamily="34" charset="0"/>
                <a:ea typeface="Inter" pitchFamily="34" charset="-122"/>
                <a:cs typeface="Inter" pitchFamily="34" charset="-120"/>
              </a:rPr>
              <a:t>회원 인증</a:t>
            </a:r>
            <a:endParaRPr lang="en-US" sz="1425" dirty="0"/>
          </a:p>
        </p:txBody>
      </p:sp>
      <p:sp>
        <p:nvSpPr>
          <p:cNvPr id="20" name="Shape 16"/>
          <p:cNvSpPr/>
          <p:nvPr/>
        </p:nvSpPr>
        <p:spPr>
          <a:xfrm>
            <a:off x="2976376" y="3120390"/>
            <a:ext cx="1947672" cy="294894"/>
          </a:xfrm>
          <a:prstGeom prst="rect">
            <a:avLst/>
          </a:prstGeom>
          <a:noFill/>
          <a:ln/>
        </p:spPr>
      </p:sp>
      <p:sp>
        <p:nvSpPr>
          <p:cNvPr id="21" name="Shape 17"/>
          <p:cNvSpPr/>
          <p:nvPr/>
        </p:nvSpPr>
        <p:spPr>
          <a:xfrm>
            <a:off x="2976376" y="3120390"/>
            <a:ext cx="1947672" cy="294894"/>
          </a:xfrm>
          <a:prstGeom prst="rect">
            <a:avLst/>
          </a:prstGeom>
          <a:noFill/>
          <a:ln/>
        </p:spPr>
      </p:sp>
      <p:sp>
        <p:nvSpPr>
          <p:cNvPr id="22" name="Text 18"/>
          <p:cNvSpPr/>
          <p:nvPr/>
        </p:nvSpPr>
        <p:spPr>
          <a:xfrm>
            <a:off x="2976376" y="3120390"/>
            <a:ext cx="1947672" cy="294894"/>
          </a:xfrm>
          <a:prstGeom prst="rect">
            <a:avLst/>
          </a:prstGeom>
          <a:noFill/>
          <a:ln/>
        </p:spPr>
        <p:txBody>
          <a:bodyPr wrap="square" lIns="0" tIns="0" rIns="0" bIns="0" rtlCol="0" anchor="ctr"/>
          <a:lstStyle/>
          <a:p>
            <a:pPr algn="l" indent="0" marL="0">
              <a:lnSpc>
                <a:spcPts val="1311"/>
              </a:lnSpc>
              <a:buNone/>
            </a:pPr>
            <a:r>
              <a:rPr lang="en-US" sz="1083" dirty="0">
                <a:solidFill>
                  <a:srgbClr val="DFDFDF">
                    <a:alpha val="99000"/>
                  </a:srgbClr>
                </a:solidFill>
                <a:latin typeface="Inter" pitchFamily="34" charset="0"/>
                <a:ea typeface="Inter" pitchFamily="34" charset="-122"/>
                <a:cs typeface="Inter" pitchFamily="34" charset="-120"/>
              </a:rPr>
              <a:t>JWT 기반 소유자 식별</a:t>
            </a:r>
            <a:endParaRPr lang="en-US" sz="1083" dirty="0"/>
          </a:p>
        </p:txBody>
      </p:sp>
      <p:sp>
        <p:nvSpPr>
          <p:cNvPr id="23" name="Shape 19"/>
          <p:cNvSpPr/>
          <p:nvPr/>
        </p:nvSpPr>
        <p:spPr>
          <a:xfrm>
            <a:off x="5266953" y="2811780"/>
            <a:ext cx="233172" cy="288036"/>
          </a:xfrm>
          <a:prstGeom prst="rect">
            <a:avLst/>
          </a:prstGeom>
          <a:noFill/>
          <a:ln/>
        </p:spPr>
      </p:sp>
      <p:sp>
        <p:nvSpPr>
          <p:cNvPr id="24" name="Shape 20"/>
          <p:cNvSpPr/>
          <p:nvPr/>
        </p:nvSpPr>
        <p:spPr>
          <a:xfrm>
            <a:off x="5266953" y="2811780"/>
            <a:ext cx="233172" cy="288036"/>
          </a:xfrm>
          <a:prstGeom prst="rect">
            <a:avLst/>
          </a:prstGeom>
          <a:noFill/>
          <a:ln/>
        </p:spPr>
      </p:sp>
      <p:sp>
        <p:nvSpPr>
          <p:cNvPr id="25" name="Text 21"/>
          <p:cNvSpPr/>
          <p:nvPr/>
        </p:nvSpPr>
        <p:spPr>
          <a:xfrm>
            <a:off x="5266953" y="2811780"/>
            <a:ext cx="233172"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26" name="Shape 22"/>
          <p:cNvSpPr/>
          <p:nvPr/>
        </p:nvSpPr>
        <p:spPr>
          <a:xfrm>
            <a:off x="5616699" y="2132838"/>
            <a:ext cx="2551176" cy="1632204"/>
          </a:xfrm>
          <a:prstGeom prst="roundRect">
            <a:avLst/>
          </a:prstGeom>
          <a:solidFill>
            <a:srgbClr val="FAFAFA"/>
          </a:solidFill>
          <a:ln w="3620">
            <a:solidFill>
              <a:srgbClr val="EDEDED"/>
            </a:solidFill>
            <a:prstDash val="solid"/>
          </a:ln>
        </p:spPr>
      </p:sp>
      <p:sp>
        <p:nvSpPr>
          <p:cNvPr id="27" name="Shape 23"/>
          <p:cNvSpPr/>
          <p:nvPr/>
        </p:nvSpPr>
        <p:spPr>
          <a:xfrm>
            <a:off x="5836165" y="2386584"/>
            <a:ext cx="82296" cy="82296"/>
          </a:xfrm>
          <a:prstGeom prst="ellipse">
            <a:avLst/>
          </a:prstGeom>
          <a:solidFill>
            <a:srgbClr val="3ECF8E"/>
          </a:solidFill>
          <a:ln w="4524">
            <a:solidFill>
              <a:srgbClr val="3ECF8E">
                <a:alpha val="0"/>
              </a:srgbClr>
            </a:solidFill>
            <a:prstDash val="solid"/>
          </a:ln>
        </p:spPr>
      </p:sp>
      <p:sp>
        <p:nvSpPr>
          <p:cNvPr id="28" name="Shape 24"/>
          <p:cNvSpPr/>
          <p:nvPr/>
        </p:nvSpPr>
        <p:spPr>
          <a:xfrm>
            <a:off x="5836165" y="2667762"/>
            <a:ext cx="2112264" cy="356616"/>
          </a:xfrm>
          <a:prstGeom prst="rect">
            <a:avLst/>
          </a:prstGeom>
          <a:noFill/>
          <a:ln/>
        </p:spPr>
      </p:sp>
      <p:sp>
        <p:nvSpPr>
          <p:cNvPr id="29" name="Shape 25"/>
          <p:cNvSpPr/>
          <p:nvPr/>
        </p:nvSpPr>
        <p:spPr>
          <a:xfrm>
            <a:off x="5836165" y="2667762"/>
            <a:ext cx="2112264" cy="356616"/>
          </a:xfrm>
          <a:prstGeom prst="rect">
            <a:avLst/>
          </a:prstGeom>
          <a:noFill/>
          <a:ln/>
        </p:spPr>
      </p:sp>
      <p:sp>
        <p:nvSpPr>
          <p:cNvPr id="30" name="Text 26"/>
          <p:cNvSpPr/>
          <p:nvPr/>
        </p:nvSpPr>
        <p:spPr>
          <a:xfrm>
            <a:off x="5836165" y="2667762"/>
            <a:ext cx="2112264" cy="356616"/>
          </a:xfrm>
          <a:prstGeom prst="rect">
            <a:avLst/>
          </a:prstGeom>
          <a:noFill/>
          <a:ln/>
        </p:spPr>
        <p:txBody>
          <a:bodyPr wrap="square" lIns="0" tIns="0" rIns="0" bIns="0" rtlCol="0" anchor="ctr"/>
          <a:lstStyle/>
          <a:p>
            <a:pPr algn="l" indent="0" marL="0">
              <a:lnSpc>
                <a:spcPts val="1725"/>
              </a:lnSpc>
              <a:buNone/>
            </a:pPr>
            <a:r>
              <a:rPr lang="en-US" sz="1425" b="1" dirty="0">
                <a:solidFill>
                  <a:srgbClr val="171717">
                    <a:alpha val="99000"/>
                  </a:srgbClr>
                </a:solidFill>
                <a:latin typeface="Inter" pitchFamily="34" charset="0"/>
                <a:ea typeface="Inter" pitchFamily="34" charset="-122"/>
                <a:cs typeface="Inter" pitchFamily="34" charset="-120"/>
              </a:rPr>
              <a:t>Java 제품 DB</a:t>
            </a:r>
            <a:endParaRPr lang="en-US" sz="1425" dirty="0"/>
          </a:p>
        </p:txBody>
      </p:sp>
      <p:sp>
        <p:nvSpPr>
          <p:cNvPr id="31" name="Shape 27"/>
          <p:cNvSpPr/>
          <p:nvPr/>
        </p:nvSpPr>
        <p:spPr>
          <a:xfrm>
            <a:off x="5836165" y="3120390"/>
            <a:ext cx="2112264" cy="294894"/>
          </a:xfrm>
          <a:prstGeom prst="rect">
            <a:avLst/>
          </a:prstGeom>
          <a:noFill/>
          <a:ln/>
        </p:spPr>
      </p:sp>
      <p:sp>
        <p:nvSpPr>
          <p:cNvPr id="32" name="Shape 28"/>
          <p:cNvSpPr/>
          <p:nvPr/>
        </p:nvSpPr>
        <p:spPr>
          <a:xfrm>
            <a:off x="5836165" y="3120390"/>
            <a:ext cx="2112264" cy="294894"/>
          </a:xfrm>
          <a:prstGeom prst="rect">
            <a:avLst/>
          </a:prstGeom>
          <a:noFill/>
          <a:ln/>
        </p:spPr>
      </p:sp>
      <p:sp>
        <p:nvSpPr>
          <p:cNvPr id="33" name="Text 29"/>
          <p:cNvSpPr/>
          <p:nvPr/>
        </p:nvSpPr>
        <p:spPr>
          <a:xfrm>
            <a:off x="5836165" y="3120390"/>
            <a:ext cx="2112264" cy="294894"/>
          </a:xfrm>
          <a:prstGeom prst="rect">
            <a:avLst/>
          </a:prstGeom>
          <a:noFill/>
          <a:ln/>
        </p:spPr>
        <p:txBody>
          <a:bodyPr wrap="square" lIns="0" tIns="0" rIns="0" bIns="0" rtlCol="0" anchor="ctr"/>
          <a:lstStyle/>
          <a:p>
            <a:pPr algn="l" indent="0" marL="0">
              <a:lnSpc>
                <a:spcPts val="1216"/>
              </a:lnSpc>
              <a:buNone/>
            </a:pPr>
            <a:r>
              <a:rPr lang="en-US" sz="1005" dirty="0">
                <a:solidFill>
                  <a:srgbClr val="707070">
                    <a:alpha val="99000"/>
                  </a:srgbClr>
                </a:solidFill>
                <a:latin typeface="Inter" pitchFamily="34" charset="0"/>
                <a:ea typeface="Inter" pitchFamily="34" charset="-122"/>
                <a:cs typeface="Inter" pitchFamily="34" charset="-120"/>
              </a:rPr>
              <a:t>장기 프로필 · 활성 로드맵</a:t>
            </a:r>
            <a:endParaRPr lang="en-US" sz="1005" dirty="0"/>
          </a:p>
        </p:txBody>
      </p:sp>
      <p:sp>
        <p:nvSpPr>
          <p:cNvPr id="34" name="Shape 30"/>
          <p:cNvSpPr/>
          <p:nvPr/>
        </p:nvSpPr>
        <p:spPr>
          <a:xfrm>
            <a:off x="582932" y="4828032"/>
            <a:ext cx="6069330" cy="150876"/>
          </a:xfrm>
          <a:prstGeom prst="rect">
            <a:avLst/>
          </a:prstGeom>
          <a:noFill/>
          <a:ln/>
        </p:spPr>
      </p:sp>
      <p:sp>
        <p:nvSpPr>
          <p:cNvPr id="35" name="Shape 31"/>
          <p:cNvSpPr/>
          <p:nvPr/>
        </p:nvSpPr>
        <p:spPr>
          <a:xfrm>
            <a:off x="582932" y="4828032"/>
            <a:ext cx="6069330" cy="150876"/>
          </a:xfrm>
          <a:prstGeom prst="rect">
            <a:avLst/>
          </a:prstGeom>
          <a:noFill/>
          <a:ln/>
        </p:spPr>
      </p:sp>
      <p:sp>
        <p:nvSpPr>
          <p:cNvPr id="36" name="Text 32"/>
          <p:cNvSpPr/>
          <p:nvPr/>
        </p:nvSpPr>
        <p:spPr>
          <a:xfrm>
            <a:off x="582932" y="4828032"/>
            <a:ext cx="6069330" cy="150876"/>
          </a:xfrm>
          <a:prstGeom prst="rect">
            <a:avLst/>
          </a:prstGeom>
          <a:noFill/>
          <a:ln/>
        </p:spPr>
        <p:txBody>
          <a:bodyPr wrap="square" lIns="0" tIns="0" rIns="0" bIns="0" rtlCol="0" anchor="ctr"/>
          <a:lstStyle/>
          <a:p>
            <a:pPr algn="l" indent="0" marL="0">
              <a:lnSpc>
                <a:spcPts val="880"/>
              </a:lnSpc>
              <a:buNone/>
            </a:pPr>
            <a:r>
              <a:rPr lang="en-US" sz="727" dirty="0">
                <a:solidFill>
                  <a:srgbClr val="707070">
                    <a:alpha val="99000"/>
                  </a:srgbClr>
                </a:solidFill>
                <a:latin typeface="Inter" pitchFamily="34" charset="0"/>
                <a:ea typeface="Inter" pitchFamily="34" charset="-122"/>
                <a:cs typeface="Inter" pitchFamily="34" charset="-120"/>
              </a:rPr>
              <a:t>초기 로드맵 생성 · 재조회 구현 / 다단계 자동 갱신은 별도</a:t>
            </a:r>
            <a:endParaRPr lang="en-US" sz="727" dirty="0"/>
          </a:p>
        </p:txBody>
      </p:sp>
      <p:sp>
        <p:nvSpPr>
          <p:cNvPr id="37" name="Shape 33"/>
          <p:cNvSpPr/>
          <p:nvPr/>
        </p:nvSpPr>
        <p:spPr>
          <a:xfrm>
            <a:off x="2750065" y="1844802"/>
            <a:ext cx="5554980" cy="233172"/>
          </a:xfrm>
          <a:prstGeom prst="rect">
            <a:avLst/>
          </a:prstGeom>
          <a:noFill/>
          <a:ln/>
        </p:spPr>
      </p:sp>
      <p:sp>
        <p:nvSpPr>
          <p:cNvPr id="38" name="Shape 34"/>
          <p:cNvSpPr/>
          <p:nvPr/>
        </p:nvSpPr>
        <p:spPr>
          <a:xfrm>
            <a:off x="2750065" y="1844802"/>
            <a:ext cx="5554980" cy="233172"/>
          </a:xfrm>
          <a:prstGeom prst="rect">
            <a:avLst/>
          </a:prstGeom>
          <a:noFill/>
          <a:ln/>
        </p:spPr>
      </p:sp>
      <p:sp>
        <p:nvSpPr>
          <p:cNvPr id="39" name="Text 35"/>
          <p:cNvSpPr/>
          <p:nvPr/>
        </p:nvSpPr>
        <p:spPr>
          <a:xfrm>
            <a:off x="2750065" y="1844802"/>
            <a:ext cx="5554980" cy="233172"/>
          </a:xfrm>
          <a:prstGeom prst="rect">
            <a:avLst/>
          </a:prstGeom>
          <a:noFill/>
          <a:ln/>
        </p:spPr>
        <p:txBody>
          <a:bodyPr wrap="square" lIns="0" tIns="0" rIns="0" bIns="0" rtlCol="0" anchor="ctr"/>
          <a:lstStyle/>
          <a:p>
            <a:pPr algn="l" indent="0" marL="0">
              <a:lnSpc>
                <a:spcPts val="1293"/>
              </a:lnSpc>
              <a:buNone/>
            </a:pPr>
            <a:r>
              <a:rPr lang="en-US" sz="1069" dirty="0">
                <a:solidFill>
                  <a:srgbClr val="333333">
                    <a:alpha val="99000"/>
                  </a:srgbClr>
                </a:solidFill>
                <a:latin typeface="Inter" pitchFamily="34" charset="0"/>
                <a:ea typeface="Inter" pitchFamily="34" charset="-122"/>
                <a:cs typeface="Inter" pitchFamily="34" charset="-120"/>
              </a:rPr>
              <a:t>분석 결과 → 변경점 · 확인 기준 → 초기 로드맵</a:t>
            </a:r>
            <a:endParaRPr lang="en-US" sz="1069" dirty="0"/>
          </a:p>
        </p:txBody>
      </p:sp>
      <p:sp>
        <p:nvSpPr>
          <p:cNvPr id="40" name="Shape 36"/>
          <p:cNvSpPr/>
          <p:nvPr/>
        </p:nvSpPr>
        <p:spPr>
          <a:xfrm>
            <a:off x="2750065" y="4011930"/>
            <a:ext cx="5554980" cy="233172"/>
          </a:xfrm>
          <a:prstGeom prst="rect">
            <a:avLst/>
          </a:prstGeom>
          <a:noFill/>
          <a:ln/>
        </p:spPr>
      </p:sp>
      <p:sp>
        <p:nvSpPr>
          <p:cNvPr id="41" name="Shape 37"/>
          <p:cNvSpPr/>
          <p:nvPr/>
        </p:nvSpPr>
        <p:spPr>
          <a:xfrm>
            <a:off x="2750065" y="4011930"/>
            <a:ext cx="5554980" cy="233172"/>
          </a:xfrm>
          <a:prstGeom prst="rect">
            <a:avLst/>
          </a:prstGeom>
          <a:noFill/>
          <a:ln/>
        </p:spPr>
      </p:sp>
      <p:sp>
        <p:nvSpPr>
          <p:cNvPr id="42" name="Text 38"/>
          <p:cNvSpPr/>
          <p:nvPr/>
        </p:nvSpPr>
        <p:spPr>
          <a:xfrm>
            <a:off x="2750065" y="4011930"/>
            <a:ext cx="5554980" cy="233172"/>
          </a:xfrm>
          <a:prstGeom prst="rect">
            <a:avLst/>
          </a:prstGeom>
          <a:noFill/>
          <a:ln/>
        </p:spPr>
        <p:txBody>
          <a:bodyPr wrap="square" lIns="0" tIns="0" rIns="0" bIns="0" rtlCol="0" anchor="ctr"/>
          <a:lstStyle/>
          <a:p>
            <a:pPr algn="l" indent="0" marL="0">
              <a:lnSpc>
                <a:spcPts val="1207"/>
              </a:lnSpc>
              <a:buNone/>
            </a:pPr>
            <a:r>
              <a:rPr lang="en-US" sz="998" dirty="0">
                <a:solidFill>
                  <a:srgbClr val="555555">
                    <a:alpha val="99000"/>
                  </a:srgbClr>
                </a:solidFill>
                <a:latin typeface="Inter" pitchFamily="34" charset="0"/>
                <a:ea typeface="Inter" pitchFamily="34" charset="-122"/>
                <a:cs typeface="Inter" pitchFamily="34" charset="-120"/>
              </a:rPr>
              <a:t>재로그인 → 동일 회원의 프로필 · 활성 로드맵 조회</a:t>
            </a:r>
            <a:endParaRPr lang="en-US" sz="998"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23" y="288036"/>
            <a:ext cx="7406640" cy="198882"/>
          </a:xfrm>
          <a:prstGeom prst="rect">
            <a:avLst/>
          </a:prstGeom>
          <a:noFill/>
          <a:ln/>
        </p:spPr>
      </p:sp>
      <p:sp>
        <p:nvSpPr>
          <p:cNvPr id="4" name="Shape 1"/>
          <p:cNvSpPr/>
          <p:nvPr/>
        </p:nvSpPr>
        <p:spPr>
          <a:xfrm>
            <a:off x="582923" y="288036"/>
            <a:ext cx="7406640" cy="198882"/>
          </a:xfrm>
          <a:prstGeom prst="rect">
            <a:avLst/>
          </a:prstGeom>
          <a:noFill/>
          <a:ln/>
        </p:spPr>
      </p:sp>
      <p:sp>
        <p:nvSpPr>
          <p:cNvPr id="5" name="Text 2"/>
          <p:cNvSpPr/>
          <p:nvPr/>
        </p:nvSpPr>
        <p:spPr>
          <a:xfrm>
            <a:off x="582923" y="288036"/>
            <a:ext cx="7406640" cy="198882"/>
          </a:xfrm>
          <a:prstGeom prst="rect">
            <a:avLst/>
          </a:prstGeom>
          <a:noFill/>
          <a:ln/>
        </p:spPr>
        <p:txBody>
          <a:bodyPr wrap="square" lIns="0" tIns="0" rIns="0" bIns="0" rtlCol="0" anchor="ctr"/>
          <a:lstStyle/>
          <a:p>
            <a:pPr algn="l" indent="0" marL="0">
              <a:lnSpc>
                <a:spcPts val="888"/>
              </a:lnSpc>
              <a:buNone/>
            </a:pPr>
            <a:r>
              <a:rPr lang="en-US" sz="734" b="1" dirty="0">
                <a:solidFill>
                  <a:srgbClr val="707070">
                    <a:alpha val="99000"/>
                  </a:srgbClr>
                </a:solidFill>
                <a:latin typeface="Inter" pitchFamily="34" charset="0"/>
                <a:ea typeface="Inter" pitchFamily="34" charset="-122"/>
                <a:cs typeface="Inter" pitchFamily="34" charset="-120"/>
              </a:rPr>
              <a:t>CURRICULUM · WEB &amp; DATA</a:t>
            </a:r>
            <a:endParaRPr lang="en-US" sz="734" dirty="0"/>
          </a:p>
        </p:txBody>
      </p:sp>
      <p:sp>
        <p:nvSpPr>
          <p:cNvPr id="6" name="Shape 3"/>
          <p:cNvSpPr/>
          <p:nvPr/>
        </p:nvSpPr>
        <p:spPr>
          <a:xfrm>
            <a:off x="582923" y="589788"/>
            <a:ext cx="7989570" cy="459486"/>
          </a:xfrm>
          <a:prstGeom prst="rect">
            <a:avLst/>
          </a:prstGeom>
          <a:noFill/>
          <a:ln/>
        </p:spPr>
      </p:sp>
      <p:sp>
        <p:nvSpPr>
          <p:cNvPr id="7" name="Shape 4"/>
          <p:cNvSpPr/>
          <p:nvPr/>
        </p:nvSpPr>
        <p:spPr>
          <a:xfrm>
            <a:off x="582923" y="589788"/>
            <a:ext cx="7989570" cy="459486"/>
          </a:xfrm>
          <a:prstGeom prst="rect">
            <a:avLst/>
          </a:prstGeom>
          <a:noFill/>
          <a:ln/>
        </p:spPr>
      </p:sp>
      <p:sp>
        <p:nvSpPr>
          <p:cNvPr id="8" name="Text 5"/>
          <p:cNvSpPr/>
          <p:nvPr/>
        </p:nvSpPr>
        <p:spPr>
          <a:xfrm>
            <a:off x="582923" y="589788"/>
            <a:ext cx="7989570" cy="459486"/>
          </a:xfrm>
          <a:prstGeom prst="rect">
            <a:avLst/>
          </a:prstGeom>
          <a:noFill/>
          <a:ln/>
        </p:spPr>
        <p:txBody>
          <a:bodyPr wrap="square" lIns="0" tIns="0" rIns="0" bIns="0" rtlCol="0" anchor="ctr"/>
          <a:lstStyle/>
          <a:p>
            <a:pPr algn="l" indent="0" marL="0">
              <a:lnSpc>
                <a:spcPts val="2673"/>
              </a:lnSpc>
              <a:buNone/>
            </a:pPr>
            <a:r>
              <a:rPr lang="en-US" sz="2209" b="1" dirty="0">
                <a:solidFill>
                  <a:srgbClr val="171717">
                    <a:alpha val="99000"/>
                  </a:srgbClr>
                </a:solidFill>
                <a:latin typeface="Inter" pitchFamily="34" charset="0"/>
                <a:ea typeface="Inter" pitchFamily="34" charset="-122"/>
                <a:cs typeface="Inter" pitchFamily="34" charset="-120"/>
              </a:rPr>
              <a:t>서비스 개발 — 요청 · 인증 · 저장</a:t>
            </a:r>
            <a:endParaRPr lang="en-US" sz="2209" dirty="0"/>
          </a:p>
        </p:txBody>
      </p:sp>
      <p:sp>
        <p:nvSpPr>
          <p:cNvPr id="9" name="Shape 6"/>
          <p:cNvSpPr/>
          <p:nvPr/>
        </p:nvSpPr>
        <p:spPr>
          <a:xfrm>
            <a:off x="582923" y="1131570"/>
            <a:ext cx="7975854" cy="0"/>
          </a:xfrm>
          <a:prstGeom prst="rect">
            <a:avLst/>
          </a:prstGeom>
          <a:noFill/>
          <a:ln w="3620">
            <a:solidFill>
              <a:srgbClr val="EDEDED"/>
            </a:solidFill>
            <a:prstDash val="solid"/>
          </a:ln>
        </p:spPr>
      </p:sp>
      <p:sp>
        <p:nvSpPr>
          <p:cNvPr id="10" name="Shape 7"/>
          <p:cNvSpPr/>
          <p:nvPr/>
        </p:nvSpPr>
        <p:spPr>
          <a:xfrm>
            <a:off x="7989577" y="4834890"/>
            <a:ext cx="569214" cy="150876"/>
          </a:xfrm>
          <a:prstGeom prst="rect">
            <a:avLst/>
          </a:prstGeom>
          <a:noFill/>
          <a:ln/>
        </p:spPr>
      </p:sp>
      <p:sp>
        <p:nvSpPr>
          <p:cNvPr id="11" name="Shape 8"/>
          <p:cNvSpPr/>
          <p:nvPr/>
        </p:nvSpPr>
        <p:spPr>
          <a:xfrm>
            <a:off x="7989577" y="4834890"/>
            <a:ext cx="569214" cy="150876"/>
          </a:xfrm>
          <a:prstGeom prst="rect">
            <a:avLst/>
          </a:prstGeom>
          <a:noFill/>
          <a:ln/>
        </p:spPr>
      </p:sp>
      <p:sp>
        <p:nvSpPr>
          <p:cNvPr id="12" name="Text 9"/>
          <p:cNvSpPr/>
          <p:nvPr/>
        </p:nvSpPr>
        <p:spPr>
          <a:xfrm>
            <a:off x="7989577" y="4834890"/>
            <a:ext cx="569214" cy="150876"/>
          </a:xfrm>
          <a:prstGeom prst="rect">
            <a:avLst/>
          </a:prstGeom>
          <a:noFill/>
          <a:ln/>
        </p:spPr>
        <p:txBody>
          <a:bodyPr wrap="square" lIns="0" tIns="0" rIns="0" bIns="0" rtlCol="0" anchor="ctr"/>
          <a:lstStyle/>
          <a:p>
            <a:pPr algn="l" indent="0" marL="0">
              <a:lnSpc>
                <a:spcPts val="897"/>
              </a:lnSpc>
              <a:buNone/>
            </a:pPr>
            <a:r>
              <a:rPr lang="en-US" sz="741" dirty="0">
                <a:solidFill>
                  <a:srgbClr val="707070">
                    <a:alpha val="99000"/>
                  </a:srgbClr>
                </a:solidFill>
                <a:latin typeface="Inter" pitchFamily="34" charset="0"/>
                <a:ea typeface="Inter" pitchFamily="34" charset="-122"/>
                <a:cs typeface="Inter" pitchFamily="34" charset="-120"/>
              </a:rPr>
              <a:t>03 / 18</a:t>
            </a:r>
            <a:endParaRPr lang="en-US" sz="741" dirty="0"/>
          </a:p>
        </p:txBody>
      </p:sp>
      <p:sp>
        <p:nvSpPr>
          <p:cNvPr id="13" name="Shape 10"/>
          <p:cNvSpPr/>
          <p:nvPr/>
        </p:nvSpPr>
        <p:spPr>
          <a:xfrm>
            <a:off x="582923" y="1666494"/>
            <a:ext cx="2400300" cy="2256282"/>
          </a:xfrm>
          <a:prstGeom prst="roundRect">
            <a:avLst/>
          </a:prstGeom>
          <a:solidFill>
            <a:srgbClr val="FFFFFF"/>
          </a:solidFill>
          <a:ln w="3620">
            <a:solidFill>
              <a:srgbClr val="DFDFDF"/>
            </a:solidFill>
            <a:prstDash val="solid"/>
          </a:ln>
        </p:spPr>
      </p:sp>
      <p:sp>
        <p:nvSpPr>
          <p:cNvPr id="14" name="Shape 11"/>
          <p:cNvSpPr/>
          <p:nvPr/>
        </p:nvSpPr>
        <p:spPr>
          <a:xfrm>
            <a:off x="768102" y="1858518"/>
            <a:ext cx="82296" cy="82296"/>
          </a:xfrm>
          <a:prstGeom prst="ellipse">
            <a:avLst/>
          </a:prstGeom>
          <a:solidFill>
            <a:srgbClr val="3ECF8E"/>
          </a:solidFill>
          <a:ln w="4524">
            <a:solidFill>
              <a:srgbClr val="3ECF8E">
                <a:alpha val="0"/>
              </a:srgbClr>
            </a:solidFill>
            <a:prstDash val="solid"/>
          </a:ln>
        </p:spPr>
      </p:sp>
      <p:sp>
        <p:nvSpPr>
          <p:cNvPr id="15" name="Shape 12"/>
          <p:cNvSpPr/>
          <p:nvPr/>
        </p:nvSpPr>
        <p:spPr>
          <a:xfrm>
            <a:off x="768102" y="2112264"/>
            <a:ext cx="2029968" cy="308610"/>
          </a:xfrm>
          <a:prstGeom prst="rect">
            <a:avLst/>
          </a:prstGeom>
          <a:noFill/>
          <a:ln/>
        </p:spPr>
      </p:sp>
      <p:sp>
        <p:nvSpPr>
          <p:cNvPr id="16" name="Shape 13"/>
          <p:cNvSpPr/>
          <p:nvPr/>
        </p:nvSpPr>
        <p:spPr>
          <a:xfrm>
            <a:off x="768102" y="2112264"/>
            <a:ext cx="2029968" cy="308610"/>
          </a:xfrm>
          <a:prstGeom prst="rect">
            <a:avLst/>
          </a:prstGeom>
          <a:noFill/>
          <a:ln/>
        </p:spPr>
      </p:sp>
      <p:sp>
        <p:nvSpPr>
          <p:cNvPr id="17" name="Text 14"/>
          <p:cNvSpPr/>
          <p:nvPr/>
        </p:nvSpPr>
        <p:spPr>
          <a:xfrm>
            <a:off x="768102" y="2112264"/>
            <a:ext cx="2029968" cy="308610"/>
          </a:xfrm>
          <a:prstGeom prst="rect">
            <a:avLst/>
          </a:prstGeom>
          <a:noFill/>
          <a:ln/>
        </p:spPr>
        <p:txBody>
          <a:bodyPr wrap="square" lIns="0" tIns="0" rIns="0" bIns="0" rtlCol="0" anchor="ctr"/>
          <a:lstStyle/>
          <a:p>
            <a:pPr algn="l" indent="0" marL="0">
              <a:lnSpc>
                <a:spcPts val="1466"/>
              </a:lnSpc>
              <a:buNone/>
            </a:pPr>
            <a:r>
              <a:rPr lang="en-US" sz="1211" b="1" dirty="0">
                <a:solidFill>
                  <a:srgbClr val="171717">
                    <a:alpha val="99000"/>
                  </a:srgbClr>
                </a:solidFill>
                <a:latin typeface="Inter" pitchFamily="34" charset="0"/>
                <a:ea typeface="Inter" pitchFamily="34" charset="-122"/>
                <a:cs typeface="Inter" pitchFamily="34" charset="-120"/>
              </a:rPr>
              <a:t>HTTP 요청 처리</a:t>
            </a:r>
            <a:endParaRPr lang="en-US" sz="1211" dirty="0"/>
          </a:p>
        </p:txBody>
      </p:sp>
      <p:sp>
        <p:nvSpPr>
          <p:cNvPr id="18" name="Shape 15"/>
          <p:cNvSpPr/>
          <p:nvPr/>
        </p:nvSpPr>
        <p:spPr>
          <a:xfrm>
            <a:off x="768102" y="3442716"/>
            <a:ext cx="2029968" cy="253746"/>
          </a:xfrm>
          <a:prstGeom prst="rect">
            <a:avLst/>
          </a:prstGeom>
          <a:noFill/>
          <a:ln/>
        </p:spPr>
      </p:sp>
      <p:sp>
        <p:nvSpPr>
          <p:cNvPr id="19" name="Shape 16"/>
          <p:cNvSpPr/>
          <p:nvPr/>
        </p:nvSpPr>
        <p:spPr>
          <a:xfrm>
            <a:off x="768102" y="3442716"/>
            <a:ext cx="2029968" cy="253746"/>
          </a:xfrm>
          <a:prstGeom prst="rect">
            <a:avLst/>
          </a:prstGeom>
          <a:noFill/>
          <a:ln/>
        </p:spPr>
      </p:sp>
      <p:sp>
        <p:nvSpPr>
          <p:cNvPr id="20" name="Text 17"/>
          <p:cNvSpPr/>
          <p:nvPr/>
        </p:nvSpPr>
        <p:spPr>
          <a:xfrm>
            <a:off x="768102" y="3442716"/>
            <a:ext cx="2029968" cy="253746"/>
          </a:xfrm>
          <a:prstGeom prst="rect">
            <a:avLst/>
          </a:prstGeom>
          <a:noFill/>
          <a:ln/>
        </p:spPr>
        <p:txBody>
          <a:bodyPr wrap="square" lIns="0" tIns="0" rIns="0" bIns="0" rtlCol="0" anchor="ctr"/>
          <a:lstStyle/>
          <a:p>
            <a:pPr algn="l" indent="0" marL="0">
              <a:lnSpc>
                <a:spcPts val="1052"/>
              </a:lnSpc>
              <a:buNone/>
            </a:pPr>
            <a:r>
              <a:rPr lang="en-US" sz="869" dirty="0">
                <a:solidFill>
                  <a:srgbClr val="707070">
                    <a:alpha val="99000"/>
                  </a:srgbClr>
                </a:solidFill>
                <a:latin typeface="Inter" pitchFamily="34" charset="0"/>
                <a:ea typeface="Inter" pitchFamily="34" charset="-122"/>
                <a:cs typeface="Inter" pitchFamily="34" charset="-120"/>
              </a:rPr>
              <a:t>Spring Web MVC</a:t>
            </a:r>
            <a:endParaRPr lang="en-US" sz="869" dirty="0"/>
          </a:p>
        </p:txBody>
      </p:sp>
      <p:sp>
        <p:nvSpPr>
          <p:cNvPr id="21" name="Shape 18"/>
          <p:cNvSpPr/>
          <p:nvPr/>
        </p:nvSpPr>
        <p:spPr>
          <a:xfrm>
            <a:off x="3374138" y="1666494"/>
            <a:ext cx="2400300" cy="2256282"/>
          </a:xfrm>
          <a:prstGeom prst="roundRect">
            <a:avLst/>
          </a:prstGeom>
          <a:solidFill>
            <a:srgbClr val="FFFFFF"/>
          </a:solidFill>
          <a:ln w="3620">
            <a:solidFill>
              <a:srgbClr val="DFDFDF"/>
            </a:solidFill>
            <a:prstDash val="solid"/>
          </a:ln>
        </p:spPr>
      </p:sp>
      <p:sp>
        <p:nvSpPr>
          <p:cNvPr id="22" name="Shape 19"/>
          <p:cNvSpPr/>
          <p:nvPr/>
        </p:nvSpPr>
        <p:spPr>
          <a:xfrm>
            <a:off x="3559299" y="1858518"/>
            <a:ext cx="82296" cy="82296"/>
          </a:xfrm>
          <a:prstGeom prst="ellipse">
            <a:avLst/>
          </a:prstGeom>
          <a:solidFill>
            <a:srgbClr val="3ECF8E"/>
          </a:solidFill>
          <a:ln w="4524">
            <a:solidFill>
              <a:srgbClr val="3ECF8E">
                <a:alpha val="0"/>
              </a:srgbClr>
            </a:solidFill>
            <a:prstDash val="solid"/>
          </a:ln>
        </p:spPr>
      </p:sp>
      <p:sp>
        <p:nvSpPr>
          <p:cNvPr id="23" name="Shape 20"/>
          <p:cNvSpPr/>
          <p:nvPr/>
        </p:nvSpPr>
        <p:spPr>
          <a:xfrm>
            <a:off x="3559299" y="2112264"/>
            <a:ext cx="2029968" cy="308610"/>
          </a:xfrm>
          <a:prstGeom prst="rect">
            <a:avLst/>
          </a:prstGeom>
          <a:noFill/>
          <a:ln/>
        </p:spPr>
      </p:sp>
      <p:sp>
        <p:nvSpPr>
          <p:cNvPr id="24" name="Shape 21"/>
          <p:cNvSpPr/>
          <p:nvPr/>
        </p:nvSpPr>
        <p:spPr>
          <a:xfrm>
            <a:off x="3559299" y="2112264"/>
            <a:ext cx="2029968" cy="308610"/>
          </a:xfrm>
          <a:prstGeom prst="rect">
            <a:avLst/>
          </a:prstGeom>
          <a:noFill/>
          <a:ln/>
        </p:spPr>
      </p:sp>
      <p:sp>
        <p:nvSpPr>
          <p:cNvPr id="25" name="Text 22"/>
          <p:cNvSpPr/>
          <p:nvPr/>
        </p:nvSpPr>
        <p:spPr>
          <a:xfrm>
            <a:off x="3559299" y="2112264"/>
            <a:ext cx="2029968" cy="308610"/>
          </a:xfrm>
          <a:prstGeom prst="rect">
            <a:avLst/>
          </a:prstGeom>
          <a:noFill/>
          <a:ln/>
        </p:spPr>
        <p:txBody>
          <a:bodyPr wrap="square" lIns="0" tIns="0" rIns="0" bIns="0" rtlCol="0" anchor="ctr"/>
          <a:lstStyle/>
          <a:p>
            <a:pPr algn="l" indent="0" marL="0">
              <a:lnSpc>
                <a:spcPts val="1466"/>
              </a:lnSpc>
              <a:buNone/>
            </a:pPr>
            <a:r>
              <a:rPr lang="en-US" sz="1211" b="1" dirty="0">
                <a:solidFill>
                  <a:srgbClr val="171717">
                    <a:alpha val="99000"/>
                  </a:srgbClr>
                </a:solidFill>
                <a:latin typeface="Inter" pitchFamily="34" charset="0"/>
                <a:ea typeface="Inter" pitchFamily="34" charset="-122"/>
                <a:cs typeface="Inter" pitchFamily="34" charset="-120"/>
              </a:rPr>
              <a:t>사용자 인증</a:t>
            </a:r>
            <a:endParaRPr lang="en-US" sz="1211" dirty="0"/>
          </a:p>
        </p:txBody>
      </p:sp>
      <p:sp>
        <p:nvSpPr>
          <p:cNvPr id="26" name="Shape 23"/>
          <p:cNvSpPr/>
          <p:nvPr/>
        </p:nvSpPr>
        <p:spPr>
          <a:xfrm>
            <a:off x="3559299" y="3442716"/>
            <a:ext cx="2029968" cy="253746"/>
          </a:xfrm>
          <a:prstGeom prst="rect">
            <a:avLst/>
          </a:prstGeom>
          <a:noFill/>
          <a:ln/>
        </p:spPr>
      </p:sp>
      <p:sp>
        <p:nvSpPr>
          <p:cNvPr id="27" name="Shape 24"/>
          <p:cNvSpPr/>
          <p:nvPr/>
        </p:nvSpPr>
        <p:spPr>
          <a:xfrm>
            <a:off x="3559299" y="3442716"/>
            <a:ext cx="2029968" cy="253746"/>
          </a:xfrm>
          <a:prstGeom prst="rect">
            <a:avLst/>
          </a:prstGeom>
          <a:noFill/>
          <a:ln/>
        </p:spPr>
      </p:sp>
      <p:sp>
        <p:nvSpPr>
          <p:cNvPr id="28" name="Text 25"/>
          <p:cNvSpPr/>
          <p:nvPr/>
        </p:nvSpPr>
        <p:spPr>
          <a:xfrm>
            <a:off x="3559299" y="3442716"/>
            <a:ext cx="2029968" cy="253746"/>
          </a:xfrm>
          <a:prstGeom prst="rect">
            <a:avLst/>
          </a:prstGeom>
          <a:noFill/>
          <a:ln/>
        </p:spPr>
        <p:txBody>
          <a:bodyPr wrap="square" lIns="0" tIns="0" rIns="0" bIns="0" rtlCol="0" anchor="ctr"/>
          <a:lstStyle/>
          <a:p>
            <a:pPr algn="l" indent="0" marL="0">
              <a:lnSpc>
                <a:spcPts val="1052"/>
              </a:lnSpc>
              <a:buNone/>
            </a:pPr>
            <a:r>
              <a:rPr lang="en-US" sz="869" dirty="0">
                <a:solidFill>
                  <a:srgbClr val="707070">
                    <a:alpha val="99000"/>
                  </a:srgbClr>
                </a:solidFill>
                <a:latin typeface="Inter" pitchFamily="34" charset="0"/>
                <a:ea typeface="Inter" pitchFamily="34" charset="-122"/>
                <a:cs typeface="Inter" pitchFamily="34" charset="-120"/>
              </a:rPr>
              <a:t>Security / JWT</a:t>
            </a:r>
            <a:endParaRPr lang="en-US" sz="869" dirty="0"/>
          </a:p>
        </p:txBody>
      </p:sp>
      <p:sp>
        <p:nvSpPr>
          <p:cNvPr id="29" name="Shape 26"/>
          <p:cNvSpPr/>
          <p:nvPr/>
        </p:nvSpPr>
        <p:spPr>
          <a:xfrm>
            <a:off x="6165335" y="1666494"/>
            <a:ext cx="2400300" cy="2256282"/>
          </a:xfrm>
          <a:prstGeom prst="roundRect">
            <a:avLst/>
          </a:prstGeom>
          <a:solidFill>
            <a:srgbClr val="FFFFFF"/>
          </a:solidFill>
          <a:ln w="3620">
            <a:solidFill>
              <a:srgbClr val="DFDFDF"/>
            </a:solidFill>
            <a:prstDash val="solid"/>
          </a:ln>
        </p:spPr>
      </p:sp>
      <p:sp>
        <p:nvSpPr>
          <p:cNvPr id="30" name="Shape 27"/>
          <p:cNvSpPr/>
          <p:nvPr/>
        </p:nvSpPr>
        <p:spPr>
          <a:xfrm>
            <a:off x="6350515" y="1858518"/>
            <a:ext cx="82296" cy="82296"/>
          </a:xfrm>
          <a:prstGeom prst="ellipse">
            <a:avLst/>
          </a:prstGeom>
          <a:solidFill>
            <a:srgbClr val="3ECF8E"/>
          </a:solidFill>
          <a:ln w="4524">
            <a:solidFill>
              <a:srgbClr val="3ECF8E">
                <a:alpha val="0"/>
              </a:srgbClr>
            </a:solidFill>
            <a:prstDash val="solid"/>
          </a:ln>
        </p:spPr>
      </p:sp>
      <p:sp>
        <p:nvSpPr>
          <p:cNvPr id="31" name="Shape 28"/>
          <p:cNvSpPr/>
          <p:nvPr/>
        </p:nvSpPr>
        <p:spPr>
          <a:xfrm>
            <a:off x="6350515" y="2112264"/>
            <a:ext cx="2029968" cy="308610"/>
          </a:xfrm>
          <a:prstGeom prst="rect">
            <a:avLst/>
          </a:prstGeom>
          <a:noFill/>
          <a:ln/>
        </p:spPr>
      </p:sp>
      <p:sp>
        <p:nvSpPr>
          <p:cNvPr id="32" name="Shape 29"/>
          <p:cNvSpPr/>
          <p:nvPr/>
        </p:nvSpPr>
        <p:spPr>
          <a:xfrm>
            <a:off x="6350515" y="2112264"/>
            <a:ext cx="2029968" cy="308610"/>
          </a:xfrm>
          <a:prstGeom prst="rect">
            <a:avLst/>
          </a:prstGeom>
          <a:noFill/>
          <a:ln/>
        </p:spPr>
      </p:sp>
      <p:sp>
        <p:nvSpPr>
          <p:cNvPr id="33" name="Text 30"/>
          <p:cNvSpPr/>
          <p:nvPr/>
        </p:nvSpPr>
        <p:spPr>
          <a:xfrm>
            <a:off x="6350515" y="2112264"/>
            <a:ext cx="2029968" cy="308610"/>
          </a:xfrm>
          <a:prstGeom prst="rect">
            <a:avLst/>
          </a:prstGeom>
          <a:noFill/>
          <a:ln/>
        </p:spPr>
        <p:txBody>
          <a:bodyPr wrap="square" lIns="0" tIns="0" rIns="0" bIns="0" rtlCol="0" anchor="ctr"/>
          <a:lstStyle/>
          <a:p>
            <a:pPr algn="l" indent="0" marL="0">
              <a:lnSpc>
                <a:spcPts val="1466"/>
              </a:lnSpc>
              <a:buNone/>
            </a:pPr>
            <a:r>
              <a:rPr lang="en-US" sz="1211" b="1" dirty="0">
                <a:solidFill>
                  <a:srgbClr val="171717">
                    <a:alpha val="99000"/>
                  </a:srgbClr>
                </a:solidFill>
                <a:latin typeface="Inter" pitchFamily="34" charset="0"/>
                <a:ea typeface="Inter" pitchFamily="34" charset="-122"/>
                <a:cs typeface="Inter" pitchFamily="34" charset="-120"/>
              </a:rPr>
              <a:t>데이터 영속화</a:t>
            </a:r>
            <a:endParaRPr lang="en-US" sz="1211" dirty="0"/>
          </a:p>
        </p:txBody>
      </p:sp>
      <p:sp>
        <p:nvSpPr>
          <p:cNvPr id="34" name="Shape 31"/>
          <p:cNvSpPr/>
          <p:nvPr/>
        </p:nvSpPr>
        <p:spPr>
          <a:xfrm>
            <a:off x="6350515" y="3442716"/>
            <a:ext cx="2029968" cy="253746"/>
          </a:xfrm>
          <a:prstGeom prst="rect">
            <a:avLst/>
          </a:prstGeom>
          <a:noFill/>
          <a:ln/>
        </p:spPr>
      </p:sp>
      <p:sp>
        <p:nvSpPr>
          <p:cNvPr id="35" name="Shape 32"/>
          <p:cNvSpPr/>
          <p:nvPr/>
        </p:nvSpPr>
        <p:spPr>
          <a:xfrm>
            <a:off x="6350515" y="3442716"/>
            <a:ext cx="2029968" cy="253746"/>
          </a:xfrm>
          <a:prstGeom prst="rect">
            <a:avLst/>
          </a:prstGeom>
          <a:noFill/>
          <a:ln/>
        </p:spPr>
      </p:sp>
      <p:sp>
        <p:nvSpPr>
          <p:cNvPr id="36" name="Text 33"/>
          <p:cNvSpPr/>
          <p:nvPr/>
        </p:nvSpPr>
        <p:spPr>
          <a:xfrm>
            <a:off x="6350515" y="3442716"/>
            <a:ext cx="2029968" cy="253746"/>
          </a:xfrm>
          <a:prstGeom prst="rect">
            <a:avLst/>
          </a:prstGeom>
          <a:noFill/>
          <a:ln/>
        </p:spPr>
        <p:txBody>
          <a:bodyPr wrap="square" lIns="0" tIns="0" rIns="0" bIns="0" rtlCol="0" anchor="ctr"/>
          <a:lstStyle/>
          <a:p>
            <a:pPr algn="l" indent="0" marL="0">
              <a:lnSpc>
                <a:spcPts val="1052"/>
              </a:lnSpc>
              <a:buNone/>
            </a:pPr>
            <a:r>
              <a:rPr lang="en-US" sz="869" dirty="0">
                <a:solidFill>
                  <a:srgbClr val="707070">
                    <a:alpha val="99000"/>
                  </a:srgbClr>
                </a:solidFill>
                <a:latin typeface="Inter" pitchFamily="34" charset="0"/>
                <a:ea typeface="Inter" pitchFamily="34" charset="-122"/>
                <a:cs typeface="Inter" pitchFamily="34" charset="-120"/>
              </a:rPr>
              <a:t>JPA / DB</a:t>
            </a:r>
            <a:endParaRPr lang="en-US" sz="869" dirty="0"/>
          </a:p>
        </p:txBody>
      </p:sp>
      <p:sp>
        <p:nvSpPr>
          <p:cNvPr id="37" name="Shape 34"/>
          <p:cNvSpPr/>
          <p:nvPr/>
        </p:nvSpPr>
        <p:spPr>
          <a:xfrm>
            <a:off x="3038103" y="2606040"/>
            <a:ext cx="260604" cy="288036"/>
          </a:xfrm>
          <a:prstGeom prst="rect">
            <a:avLst/>
          </a:prstGeom>
          <a:noFill/>
          <a:ln/>
        </p:spPr>
      </p:sp>
      <p:sp>
        <p:nvSpPr>
          <p:cNvPr id="38" name="Shape 35"/>
          <p:cNvSpPr/>
          <p:nvPr/>
        </p:nvSpPr>
        <p:spPr>
          <a:xfrm>
            <a:off x="3038103" y="2606040"/>
            <a:ext cx="260604" cy="288036"/>
          </a:xfrm>
          <a:prstGeom prst="rect">
            <a:avLst/>
          </a:prstGeom>
          <a:noFill/>
          <a:ln/>
        </p:spPr>
      </p:sp>
      <p:sp>
        <p:nvSpPr>
          <p:cNvPr id="39" name="Text 36"/>
          <p:cNvSpPr/>
          <p:nvPr/>
        </p:nvSpPr>
        <p:spPr>
          <a:xfrm>
            <a:off x="3038103" y="2606040"/>
            <a:ext cx="260604"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40" name="Shape 37"/>
          <p:cNvSpPr/>
          <p:nvPr/>
        </p:nvSpPr>
        <p:spPr>
          <a:xfrm>
            <a:off x="5829300" y="2606040"/>
            <a:ext cx="260604" cy="288036"/>
          </a:xfrm>
          <a:prstGeom prst="rect">
            <a:avLst/>
          </a:prstGeom>
          <a:noFill/>
          <a:ln/>
        </p:spPr>
      </p:sp>
      <p:sp>
        <p:nvSpPr>
          <p:cNvPr id="41" name="Shape 38"/>
          <p:cNvSpPr/>
          <p:nvPr/>
        </p:nvSpPr>
        <p:spPr>
          <a:xfrm>
            <a:off x="5829300" y="2606040"/>
            <a:ext cx="260604" cy="288036"/>
          </a:xfrm>
          <a:prstGeom prst="rect">
            <a:avLst/>
          </a:prstGeom>
          <a:noFill/>
          <a:ln/>
        </p:spPr>
      </p:sp>
      <p:sp>
        <p:nvSpPr>
          <p:cNvPr id="42" name="Text 39"/>
          <p:cNvSpPr/>
          <p:nvPr/>
        </p:nvSpPr>
        <p:spPr>
          <a:xfrm>
            <a:off x="5829300" y="2606040"/>
            <a:ext cx="260604"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43" name="Shape 40"/>
          <p:cNvSpPr/>
          <p:nvPr/>
        </p:nvSpPr>
        <p:spPr>
          <a:xfrm>
            <a:off x="582923" y="4828032"/>
            <a:ext cx="6069330" cy="150876"/>
          </a:xfrm>
          <a:prstGeom prst="rect">
            <a:avLst/>
          </a:prstGeom>
          <a:noFill/>
          <a:ln/>
        </p:spPr>
      </p:sp>
      <p:sp>
        <p:nvSpPr>
          <p:cNvPr id="44" name="Shape 41"/>
          <p:cNvSpPr/>
          <p:nvPr/>
        </p:nvSpPr>
        <p:spPr>
          <a:xfrm>
            <a:off x="582923" y="4828032"/>
            <a:ext cx="6069330" cy="150876"/>
          </a:xfrm>
          <a:prstGeom prst="rect">
            <a:avLst/>
          </a:prstGeom>
          <a:noFill/>
          <a:ln/>
        </p:spPr>
      </p:sp>
      <p:sp>
        <p:nvSpPr>
          <p:cNvPr id="45" name="Text 42"/>
          <p:cNvSpPr/>
          <p:nvPr/>
        </p:nvSpPr>
        <p:spPr>
          <a:xfrm>
            <a:off x="582923" y="4828032"/>
            <a:ext cx="6069330" cy="150876"/>
          </a:xfrm>
          <a:prstGeom prst="rect">
            <a:avLst/>
          </a:prstGeom>
          <a:noFill/>
          <a:ln/>
        </p:spPr>
        <p:txBody>
          <a:bodyPr wrap="square" lIns="0" tIns="0" rIns="0" bIns="0" rtlCol="0" anchor="ctr"/>
          <a:lstStyle/>
          <a:p>
            <a:pPr algn="l" indent="0" marL="0">
              <a:lnSpc>
                <a:spcPts val="880"/>
              </a:lnSpc>
              <a:buNone/>
            </a:pPr>
            <a:r>
              <a:rPr lang="en-US" sz="727" dirty="0">
                <a:solidFill>
                  <a:srgbClr val="707070">
                    <a:alpha val="99000"/>
                  </a:srgbClr>
                </a:solidFill>
                <a:latin typeface="Inter" pitchFamily="34" charset="0"/>
                <a:ea typeface="Inter" pitchFamily="34" charset="-122"/>
                <a:cs typeface="Inter" pitchFamily="34" charset="-120"/>
              </a:rPr>
              <a:t>수업 개념 · 프로젝트 구현 설명은 뒤에서</a:t>
            </a:r>
            <a:endParaRPr lang="en-US" sz="727"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23" y="288036"/>
            <a:ext cx="7406640" cy="198882"/>
          </a:xfrm>
          <a:prstGeom prst="rect">
            <a:avLst/>
          </a:prstGeom>
          <a:noFill/>
          <a:ln/>
        </p:spPr>
      </p:sp>
      <p:sp>
        <p:nvSpPr>
          <p:cNvPr id="4" name="Shape 1"/>
          <p:cNvSpPr/>
          <p:nvPr/>
        </p:nvSpPr>
        <p:spPr>
          <a:xfrm>
            <a:off x="582923" y="288036"/>
            <a:ext cx="7406640" cy="198882"/>
          </a:xfrm>
          <a:prstGeom prst="rect">
            <a:avLst/>
          </a:prstGeom>
          <a:noFill/>
          <a:ln/>
        </p:spPr>
      </p:sp>
      <p:sp>
        <p:nvSpPr>
          <p:cNvPr id="5" name="Text 2"/>
          <p:cNvSpPr/>
          <p:nvPr/>
        </p:nvSpPr>
        <p:spPr>
          <a:xfrm>
            <a:off x="582923" y="288036"/>
            <a:ext cx="7406640" cy="198882"/>
          </a:xfrm>
          <a:prstGeom prst="rect">
            <a:avLst/>
          </a:prstGeom>
          <a:noFill/>
          <a:ln/>
        </p:spPr>
        <p:txBody>
          <a:bodyPr wrap="square" lIns="0" tIns="0" rIns="0" bIns="0" rtlCol="0" anchor="ctr"/>
          <a:lstStyle/>
          <a:p>
            <a:pPr algn="l" indent="0" marL="0">
              <a:lnSpc>
                <a:spcPts val="888"/>
              </a:lnSpc>
              <a:buNone/>
            </a:pPr>
            <a:r>
              <a:rPr lang="en-US" sz="734" b="1" dirty="0">
                <a:solidFill>
                  <a:srgbClr val="707070">
                    <a:alpha val="99000"/>
                  </a:srgbClr>
                </a:solidFill>
                <a:latin typeface="Inter" pitchFamily="34" charset="0"/>
                <a:ea typeface="Inter" pitchFamily="34" charset="-122"/>
                <a:cs typeface="Inter" pitchFamily="34" charset="-120"/>
              </a:rPr>
              <a:t>CURRICULUM · AI WORKFLOW</a:t>
            </a:r>
            <a:endParaRPr lang="en-US" sz="734" dirty="0"/>
          </a:p>
        </p:txBody>
      </p:sp>
      <p:sp>
        <p:nvSpPr>
          <p:cNvPr id="6" name="Shape 3"/>
          <p:cNvSpPr/>
          <p:nvPr/>
        </p:nvSpPr>
        <p:spPr>
          <a:xfrm>
            <a:off x="582923" y="589788"/>
            <a:ext cx="7989570" cy="459486"/>
          </a:xfrm>
          <a:prstGeom prst="rect">
            <a:avLst/>
          </a:prstGeom>
          <a:noFill/>
          <a:ln/>
        </p:spPr>
      </p:sp>
      <p:sp>
        <p:nvSpPr>
          <p:cNvPr id="7" name="Shape 4"/>
          <p:cNvSpPr/>
          <p:nvPr/>
        </p:nvSpPr>
        <p:spPr>
          <a:xfrm>
            <a:off x="582923" y="589788"/>
            <a:ext cx="7989570" cy="459486"/>
          </a:xfrm>
          <a:prstGeom prst="rect">
            <a:avLst/>
          </a:prstGeom>
          <a:noFill/>
          <a:ln/>
        </p:spPr>
      </p:sp>
      <p:sp>
        <p:nvSpPr>
          <p:cNvPr id="8" name="Text 5"/>
          <p:cNvSpPr/>
          <p:nvPr/>
        </p:nvSpPr>
        <p:spPr>
          <a:xfrm>
            <a:off x="582923" y="589788"/>
            <a:ext cx="7989570" cy="459486"/>
          </a:xfrm>
          <a:prstGeom prst="rect">
            <a:avLst/>
          </a:prstGeom>
          <a:noFill/>
          <a:ln/>
        </p:spPr>
        <p:txBody>
          <a:bodyPr wrap="square" lIns="0" tIns="0" rIns="0" bIns="0" rtlCol="0" anchor="ctr"/>
          <a:lstStyle/>
          <a:p>
            <a:pPr algn="l" indent="0" marL="0">
              <a:lnSpc>
                <a:spcPts val="2673"/>
              </a:lnSpc>
              <a:buNone/>
            </a:pPr>
            <a:r>
              <a:rPr lang="en-US" sz="2209" b="1" dirty="0">
                <a:solidFill>
                  <a:srgbClr val="171717">
                    <a:alpha val="99000"/>
                  </a:srgbClr>
                </a:solidFill>
                <a:latin typeface="Inter" pitchFamily="34" charset="0"/>
                <a:ea typeface="Inter" pitchFamily="34" charset="-122"/>
                <a:cs typeface="Inter" pitchFamily="34" charset="-120"/>
              </a:rPr>
              <a:t>AI 개발 — 입력 구조화 · 분기 · 출력 검증</a:t>
            </a:r>
            <a:endParaRPr lang="en-US" sz="2209" dirty="0"/>
          </a:p>
        </p:txBody>
      </p:sp>
      <p:sp>
        <p:nvSpPr>
          <p:cNvPr id="9" name="Shape 6"/>
          <p:cNvSpPr/>
          <p:nvPr/>
        </p:nvSpPr>
        <p:spPr>
          <a:xfrm>
            <a:off x="582923" y="1131570"/>
            <a:ext cx="7975854" cy="0"/>
          </a:xfrm>
          <a:prstGeom prst="rect">
            <a:avLst/>
          </a:prstGeom>
          <a:noFill/>
          <a:ln w="3620">
            <a:solidFill>
              <a:srgbClr val="EDEDED"/>
            </a:solidFill>
            <a:prstDash val="solid"/>
          </a:ln>
        </p:spPr>
      </p:sp>
      <p:sp>
        <p:nvSpPr>
          <p:cNvPr id="10" name="Shape 7"/>
          <p:cNvSpPr/>
          <p:nvPr/>
        </p:nvSpPr>
        <p:spPr>
          <a:xfrm>
            <a:off x="7989577" y="4834890"/>
            <a:ext cx="569214" cy="150876"/>
          </a:xfrm>
          <a:prstGeom prst="rect">
            <a:avLst/>
          </a:prstGeom>
          <a:noFill/>
          <a:ln/>
        </p:spPr>
      </p:sp>
      <p:sp>
        <p:nvSpPr>
          <p:cNvPr id="11" name="Shape 8"/>
          <p:cNvSpPr/>
          <p:nvPr/>
        </p:nvSpPr>
        <p:spPr>
          <a:xfrm>
            <a:off x="7989577" y="4834890"/>
            <a:ext cx="569214" cy="150876"/>
          </a:xfrm>
          <a:prstGeom prst="rect">
            <a:avLst/>
          </a:prstGeom>
          <a:noFill/>
          <a:ln/>
        </p:spPr>
      </p:sp>
      <p:sp>
        <p:nvSpPr>
          <p:cNvPr id="12" name="Text 9"/>
          <p:cNvSpPr/>
          <p:nvPr/>
        </p:nvSpPr>
        <p:spPr>
          <a:xfrm>
            <a:off x="7989577" y="4834890"/>
            <a:ext cx="569214" cy="150876"/>
          </a:xfrm>
          <a:prstGeom prst="rect">
            <a:avLst/>
          </a:prstGeom>
          <a:noFill/>
          <a:ln/>
        </p:spPr>
        <p:txBody>
          <a:bodyPr wrap="square" lIns="0" tIns="0" rIns="0" bIns="0" rtlCol="0" anchor="ctr"/>
          <a:lstStyle/>
          <a:p>
            <a:pPr algn="l" indent="0" marL="0">
              <a:lnSpc>
                <a:spcPts val="897"/>
              </a:lnSpc>
              <a:buNone/>
            </a:pPr>
            <a:r>
              <a:rPr lang="en-US" sz="741" dirty="0">
                <a:solidFill>
                  <a:srgbClr val="707070">
                    <a:alpha val="99000"/>
                  </a:srgbClr>
                </a:solidFill>
                <a:latin typeface="Inter" pitchFamily="34" charset="0"/>
                <a:ea typeface="Inter" pitchFamily="34" charset="-122"/>
                <a:cs typeface="Inter" pitchFamily="34" charset="-120"/>
              </a:rPr>
              <a:t>04 / 18</a:t>
            </a:r>
            <a:endParaRPr lang="en-US" sz="741" dirty="0"/>
          </a:p>
        </p:txBody>
      </p:sp>
      <p:sp>
        <p:nvSpPr>
          <p:cNvPr id="13" name="Shape 10"/>
          <p:cNvSpPr/>
          <p:nvPr/>
        </p:nvSpPr>
        <p:spPr>
          <a:xfrm>
            <a:off x="582923" y="1693926"/>
            <a:ext cx="1810512" cy="2208276"/>
          </a:xfrm>
          <a:prstGeom prst="roundRect">
            <a:avLst/>
          </a:prstGeom>
          <a:solidFill>
            <a:srgbClr val="FFFFFF"/>
          </a:solidFill>
          <a:ln w="3620">
            <a:solidFill>
              <a:srgbClr val="DFDFDF"/>
            </a:solidFill>
            <a:prstDash val="solid"/>
          </a:ln>
        </p:spPr>
      </p:sp>
      <p:sp>
        <p:nvSpPr>
          <p:cNvPr id="14" name="Shape 11"/>
          <p:cNvSpPr/>
          <p:nvPr/>
        </p:nvSpPr>
        <p:spPr>
          <a:xfrm>
            <a:off x="768102" y="1885950"/>
            <a:ext cx="82296" cy="82296"/>
          </a:xfrm>
          <a:prstGeom prst="ellipse">
            <a:avLst/>
          </a:prstGeom>
          <a:solidFill>
            <a:srgbClr val="3ECF8E"/>
          </a:solidFill>
          <a:ln w="4524">
            <a:solidFill>
              <a:srgbClr val="3ECF8E">
                <a:alpha val="0"/>
              </a:srgbClr>
            </a:solidFill>
            <a:prstDash val="solid"/>
          </a:ln>
        </p:spPr>
      </p:sp>
      <p:sp>
        <p:nvSpPr>
          <p:cNvPr id="15" name="Shape 12"/>
          <p:cNvSpPr/>
          <p:nvPr/>
        </p:nvSpPr>
        <p:spPr>
          <a:xfrm>
            <a:off x="768102" y="2139696"/>
            <a:ext cx="1440180" cy="308610"/>
          </a:xfrm>
          <a:prstGeom prst="rect">
            <a:avLst/>
          </a:prstGeom>
          <a:noFill/>
          <a:ln/>
        </p:spPr>
      </p:sp>
      <p:sp>
        <p:nvSpPr>
          <p:cNvPr id="16" name="Shape 13"/>
          <p:cNvSpPr/>
          <p:nvPr/>
        </p:nvSpPr>
        <p:spPr>
          <a:xfrm>
            <a:off x="768102" y="2139696"/>
            <a:ext cx="1440180" cy="308610"/>
          </a:xfrm>
          <a:prstGeom prst="rect">
            <a:avLst/>
          </a:prstGeom>
          <a:noFill/>
          <a:ln/>
        </p:spPr>
      </p:sp>
      <p:sp>
        <p:nvSpPr>
          <p:cNvPr id="17" name="Text 14"/>
          <p:cNvSpPr/>
          <p:nvPr/>
        </p:nvSpPr>
        <p:spPr>
          <a:xfrm>
            <a:off x="768102" y="2139696"/>
            <a:ext cx="1440180" cy="308610"/>
          </a:xfrm>
          <a:prstGeom prst="rect">
            <a:avLst/>
          </a:prstGeom>
          <a:noFill/>
          <a:ln/>
        </p:spPr>
        <p:txBody>
          <a:bodyPr wrap="square" lIns="0" tIns="0" rIns="0" bIns="0" rtlCol="0" anchor="ctr"/>
          <a:lstStyle/>
          <a:p>
            <a:pPr algn="l" indent="0" marL="0">
              <a:lnSpc>
                <a:spcPts val="1466"/>
              </a:lnSpc>
              <a:buNone/>
            </a:pPr>
            <a:r>
              <a:rPr lang="en-US" sz="1211" b="1" dirty="0">
                <a:solidFill>
                  <a:srgbClr val="171717">
                    <a:alpha val="99000"/>
                  </a:srgbClr>
                </a:solidFill>
                <a:latin typeface="Inter" pitchFamily="34" charset="0"/>
                <a:ea typeface="Inter" pitchFamily="34" charset="-122"/>
                <a:cs typeface="Inter" pitchFamily="34" charset="-120"/>
              </a:rPr>
              <a:t>입력 스키마 검증</a:t>
            </a:r>
            <a:endParaRPr lang="en-US" sz="1211" dirty="0"/>
          </a:p>
        </p:txBody>
      </p:sp>
      <p:sp>
        <p:nvSpPr>
          <p:cNvPr id="18" name="Shape 15"/>
          <p:cNvSpPr/>
          <p:nvPr/>
        </p:nvSpPr>
        <p:spPr>
          <a:xfrm>
            <a:off x="768102" y="3422142"/>
            <a:ext cx="1440180" cy="253746"/>
          </a:xfrm>
          <a:prstGeom prst="rect">
            <a:avLst/>
          </a:prstGeom>
          <a:noFill/>
          <a:ln/>
        </p:spPr>
      </p:sp>
      <p:sp>
        <p:nvSpPr>
          <p:cNvPr id="19" name="Shape 16"/>
          <p:cNvSpPr/>
          <p:nvPr/>
        </p:nvSpPr>
        <p:spPr>
          <a:xfrm>
            <a:off x="768102" y="3422142"/>
            <a:ext cx="1440180" cy="253746"/>
          </a:xfrm>
          <a:prstGeom prst="rect">
            <a:avLst/>
          </a:prstGeom>
          <a:noFill/>
          <a:ln/>
        </p:spPr>
      </p:sp>
      <p:sp>
        <p:nvSpPr>
          <p:cNvPr id="20" name="Text 17"/>
          <p:cNvSpPr/>
          <p:nvPr/>
        </p:nvSpPr>
        <p:spPr>
          <a:xfrm>
            <a:off x="768102" y="3422142"/>
            <a:ext cx="1440180" cy="253746"/>
          </a:xfrm>
          <a:prstGeom prst="rect">
            <a:avLst/>
          </a:prstGeom>
          <a:noFill/>
          <a:ln/>
        </p:spPr>
        <p:txBody>
          <a:bodyPr wrap="square" lIns="0" tIns="0" rIns="0" bIns="0" rtlCol="0" anchor="ctr"/>
          <a:lstStyle/>
          <a:p>
            <a:pPr algn="l" indent="0" marL="0">
              <a:lnSpc>
                <a:spcPts val="1052"/>
              </a:lnSpc>
              <a:buNone/>
            </a:pPr>
            <a:r>
              <a:rPr lang="en-US" sz="869" dirty="0">
                <a:solidFill>
                  <a:srgbClr val="707070">
                    <a:alpha val="99000"/>
                  </a:srgbClr>
                </a:solidFill>
                <a:latin typeface="Inter" pitchFamily="34" charset="0"/>
                <a:ea typeface="Inter" pitchFamily="34" charset="-122"/>
                <a:cs typeface="Inter" pitchFamily="34" charset="-120"/>
              </a:rPr>
              <a:t>Pydantic</a:t>
            </a:r>
            <a:endParaRPr lang="en-US" sz="869" dirty="0"/>
          </a:p>
        </p:txBody>
      </p:sp>
      <p:sp>
        <p:nvSpPr>
          <p:cNvPr id="21" name="Shape 18"/>
          <p:cNvSpPr/>
          <p:nvPr/>
        </p:nvSpPr>
        <p:spPr>
          <a:xfrm>
            <a:off x="2427740" y="2619756"/>
            <a:ext cx="192024" cy="288036"/>
          </a:xfrm>
          <a:prstGeom prst="rect">
            <a:avLst/>
          </a:prstGeom>
          <a:noFill/>
          <a:ln/>
        </p:spPr>
      </p:sp>
      <p:sp>
        <p:nvSpPr>
          <p:cNvPr id="22" name="Shape 19"/>
          <p:cNvSpPr/>
          <p:nvPr/>
        </p:nvSpPr>
        <p:spPr>
          <a:xfrm>
            <a:off x="2427740" y="2619756"/>
            <a:ext cx="192024" cy="288036"/>
          </a:xfrm>
          <a:prstGeom prst="rect">
            <a:avLst/>
          </a:prstGeom>
          <a:noFill/>
          <a:ln/>
        </p:spPr>
      </p:sp>
      <p:sp>
        <p:nvSpPr>
          <p:cNvPr id="23" name="Text 20"/>
          <p:cNvSpPr/>
          <p:nvPr/>
        </p:nvSpPr>
        <p:spPr>
          <a:xfrm>
            <a:off x="2427740" y="2619756"/>
            <a:ext cx="192024"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24" name="Shape 21"/>
          <p:cNvSpPr/>
          <p:nvPr/>
        </p:nvSpPr>
        <p:spPr>
          <a:xfrm>
            <a:off x="2654052" y="1693926"/>
            <a:ext cx="1810512" cy="2208276"/>
          </a:xfrm>
          <a:prstGeom prst="roundRect">
            <a:avLst/>
          </a:prstGeom>
          <a:solidFill>
            <a:srgbClr val="FFFFFF"/>
          </a:solidFill>
          <a:ln w="3620">
            <a:solidFill>
              <a:srgbClr val="DFDFDF"/>
            </a:solidFill>
            <a:prstDash val="solid"/>
          </a:ln>
        </p:spPr>
      </p:sp>
      <p:sp>
        <p:nvSpPr>
          <p:cNvPr id="25" name="Shape 22"/>
          <p:cNvSpPr/>
          <p:nvPr/>
        </p:nvSpPr>
        <p:spPr>
          <a:xfrm>
            <a:off x="2839213" y="1885950"/>
            <a:ext cx="82296" cy="82296"/>
          </a:xfrm>
          <a:prstGeom prst="ellipse">
            <a:avLst/>
          </a:prstGeom>
          <a:solidFill>
            <a:srgbClr val="3ECF8E"/>
          </a:solidFill>
          <a:ln w="4524">
            <a:solidFill>
              <a:srgbClr val="3ECF8E">
                <a:alpha val="0"/>
              </a:srgbClr>
            </a:solidFill>
            <a:prstDash val="solid"/>
          </a:ln>
        </p:spPr>
      </p:sp>
      <p:sp>
        <p:nvSpPr>
          <p:cNvPr id="26" name="Shape 23"/>
          <p:cNvSpPr/>
          <p:nvPr/>
        </p:nvSpPr>
        <p:spPr>
          <a:xfrm>
            <a:off x="2839213" y="2139696"/>
            <a:ext cx="1440180" cy="308610"/>
          </a:xfrm>
          <a:prstGeom prst="rect">
            <a:avLst/>
          </a:prstGeom>
          <a:noFill/>
          <a:ln/>
        </p:spPr>
      </p:sp>
      <p:sp>
        <p:nvSpPr>
          <p:cNvPr id="27" name="Shape 24"/>
          <p:cNvSpPr/>
          <p:nvPr/>
        </p:nvSpPr>
        <p:spPr>
          <a:xfrm>
            <a:off x="2839213" y="2139696"/>
            <a:ext cx="1440180" cy="308610"/>
          </a:xfrm>
          <a:prstGeom prst="rect">
            <a:avLst/>
          </a:prstGeom>
          <a:noFill/>
          <a:ln/>
        </p:spPr>
      </p:sp>
      <p:sp>
        <p:nvSpPr>
          <p:cNvPr id="28" name="Text 25"/>
          <p:cNvSpPr/>
          <p:nvPr/>
        </p:nvSpPr>
        <p:spPr>
          <a:xfrm>
            <a:off x="2839213" y="2139696"/>
            <a:ext cx="1440180" cy="308610"/>
          </a:xfrm>
          <a:prstGeom prst="rect">
            <a:avLst/>
          </a:prstGeom>
          <a:noFill/>
          <a:ln/>
        </p:spPr>
        <p:txBody>
          <a:bodyPr wrap="square" lIns="0" tIns="0" rIns="0" bIns="0" rtlCol="0" anchor="ctr"/>
          <a:lstStyle/>
          <a:p>
            <a:pPr algn="l" indent="0" marL="0">
              <a:lnSpc>
                <a:spcPts val="1466"/>
              </a:lnSpc>
              <a:buNone/>
            </a:pPr>
            <a:r>
              <a:rPr lang="en-US" sz="1211" b="1" dirty="0">
                <a:solidFill>
                  <a:srgbClr val="171717">
                    <a:alpha val="99000"/>
                  </a:srgbClr>
                </a:solidFill>
                <a:latin typeface="Inter" pitchFamily="34" charset="0"/>
                <a:ea typeface="Inter" pitchFamily="34" charset="-122"/>
                <a:cs typeface="Inter" pitchFamily="34" charset="-120"/>
              </a:rPr>
              <a:t>AI 모델 호출</a:t>
            </a:r>
            <a:endParaRPr lang="en-US" sz="1211" dirty="0"/>
          </a:p>
        </p:txBody>
      </p:sp>
      <p:sp>
        <p:nvSpPr>
          <p:cNvPr id="29" name="Shape 26"/>
          <p:cNvSpPr/>
          <p:nvPr/>
        </p:nvSpPr>
        <p:spPr>
          <a:xfrm>
            <a:off x="2839213" y="3422142"/>
            <a:ext cx="1440180" cy="253746"/>
          </a:xfrm>
          <a:prstGeom prst="rect">
            <a:avLst/>
          </a:prstGeom>
          <a:noFill/>
          <a:ln/>
        </p:spPr>
      </p:sp>
      <p:sp>
        <p:nvSpPr>
          <p:cNvPr id="30" name="Shape 27"/>
          <p:cNvSpPr/>
          <p:nvPr/>
        </p:nvSpPr>
        <p:spPr>
          <a:xfrm>
            <a:off x="2839213" y="3422142"/>
            <a:ext cx="1440180" cy="253746"/>
          </a:xfrm>
          <a:prstGeom prst="rect">
            <a:avLst/>
          </a:prstGeom>
          <a:noFill/>
          <a:ln/>
        </p:spPr>
      </p:sp>
      <p:sp>
        <p:nvSpPr>
          <p:cNvPr id="31" name="Text 28"/>
          <p:cNvSpPr/>
          <p:nvPr/>
        </p:nvSpPr>
        <p:spPr>
          <a:xfrm>
            <a:off x="2839213" y="3422142"/>
            <a:ext cx="1440180" cy="253746"/>
          </a:xfrm>
          <a:prstGeom prst="rect">
            <a:avLst/>
          </a:prstGeom>
          <a:noFill/>
          <a:ln/>
        </p:spPr>
        <p:txBody>
          <a:bodyPr wrap="square" lIns="0" tIns="0" rIns="0" bIns="0" rtlCol="0" anchor="ctr"/>
          <a:lstStyle/>
          <a:p>
            <a:pPr algn="l" indent="0" marL="0">
              <a:lnSpc>
                <a:spcPts val="1052"/>
              </a:lnSpc>
              <a:buNone/>
            </a:pPr>
            <a:r>
              <a:rPr lang="en-US" sz="869" dirty="0">
                <a:solidFill>
                  <a:srgbClr val="707070">
                    <a:alpha val="99000"/>
                  </a:srgbClr>
                </a:solidFill>
                <a:latin typeface="Inter" pitchFamily="34" charset="0"/>
                <a:ea typeface="Inter" pitchFamily="34" charset="-122"/>
                <a:cs typeface="Inter" pitchFamily="34" charset="-120"/>
              </a:rPr>
              <a:t>모델 API</a:t>
            </a:r>
            <a:endParaRPr lang="en-US" sz="869" dirty="0"/>
          </a:p>
        </p:txBody>
      </p:sp>
      <p:sp>
        <p:nvSpPr>
          <p:cNvPr id="32" name="Shape 29"/>
          <p:cNvSpPr/>
          <p:nvPr/>
        </p:nvSpPr>
        <p:spPr>
          <a:xfrm>
            <a:off x="4498851" y="2619756"/>
            <a:ext cx="192024" cy="288036"/>
          </a:xfrm>
          <a:prstGeom prst="rect">
            <a:avLst/>
          </a:prstGeom>
          <a:noFill/>
          <a:ln/>
        </p:spPr>
      </p:sp>
      <p:sp>
        <p:nvSpPr>
          <p:cNvPr id="33" name="Shape 30"/>
          <p:cNvSpPr/>
          <p:nvPr/>
        </p:nvSpPr>
        <p:spPr>
          <a:xfrm>
            <a:off x="4498851" y="2619756"/>
            <a:ext cx="192024" cy="288036"/>
          </a:xfrm>
          <a:prstGeom prst="rect">
            <a:avLst/>
          </a:prstGeom>
          <a:noFill/>
          <a:ln/>
        </p:spPr>
      </p:sp>
      <p:sp>
        <p:nvSpPr>
          <p:cNvPr id="34" name="Text 31"/>
          <p:cNvSpPr/>
          <p:nvPr/>
        </p:nvSpPr>
        <p:spPr>
          <a:xfrm>
            <a:off x="4498851" y="2619756"/>
            <a:ext cx="192024"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35" name="Shape 32"/>
          <p:cNvSpPr/>
          <p:nvPr/>
        </p:nvSpPr>
        <p:spPr>
          <a:xfrm>
            <a:off x="4725163" y="1693926"/>
            <a:ext cx="1810512" cy="2208276"/>
          </a:xfrm>
          <a:prstGeom prst="roundRect">
            <a:avLst/>
          </a:prstGeom>
          <a:solidFill>
            <a:srgbClr val="1C1C1C"/>
          </a:solidFill>
          <a:ln w="3620">
            <a:solidFill>
              <a:srgbClr val="1C1C1C"/>
            </a:solidFill>
            <a:prstDash val="solid"/>
          </a:ln>
        </p:spPr>
      </p:sp>
      <p:sp>
        <p:nvSpPr>
          <p:cNvPr id="36" name="Shape 33"/>
          <p:cNvSpPr/>
          <p:nvPr/>
        </p:nvSpPr>
        <p:spPr>
          <a:xfrm>
            <a:off x="4910324" y="1885950"/>
            <a:ext cx="82296" cy="82296"/>
          </a:xfrm>
          <a:prstGeom prst="ellipse">
            <a:avLst/>
          </a:prstGeom>
          <a:solidFill>
            <a:srgbClr val="3ECF8E"/>
          </a:solidFill>
          <a:ln w="4524">
            <a:solidFill>
              <a:srgbClr val="3ECF8E">
                <a:alpha val="0"/>
              </a:srgbClr>
            </a:solidFill>
            <a:prstDash val="solid"/>
          </a:ln>
        </p:spPr>
      </p:sp>
      <p:sp>
        <p:nvSpPr>
          <p:cNvPr id="37" name="Shape 34"/>
          <p:cNvSpPr/>
          <p:nvPr/>
        </p:nvSpPr>
        <p:spPr>
          <a:xfrm>
            <a:off x="4910324" y="2139696"/>
            <a:ext cx="1440180" cy="308610"/>
          </a:xfrm>
          <a:prstGeom prst="rect">
            <a:avLst/>
          </a:prstGeom>
          <a:noFill/>
          <a:ln/>
        </p:spPr>
      </p:sp>
      <p:sp>
        <p:nvSpPr>
          <p:cNvPr id="38" name="Shape 35"/>
          <p:cNvSpPr/>
          <p:nvPr/>
        </p:nvSpPr>
        <p:spPr>
          <a:xfrm>
            <a:off x="4910324" y="2139696"/>
            <a:ext cx="1440180" cy="308610"/>
          </a:xfrm>
          <a:prstGeom prst="rect">
            <a:avLst/>
          </a:prstGeom>
          <a:noFill/>
          <a:ln/>
        </p:spPr>
      </p:sp>
      <p:sp>
        <p:nvSpPr>
          <p:cNvPr id="39" name="Text 36"/>
          <p:cNvSpPr/>
          <p:nvPr/>
        </p:nvSpPr>
        <p:spPr>
          <a:xfrm>
            <a:off x="4910324" y="2139696"/>
            <a:ext cx="1440180" cy="308610"/>
          </a:xfrm>
          <a:prstGeom prst="rect">
            <a:avLst/>
          </a:prstGeom>
          <a:noFill/>
          <a:ln/>
        </p:spPr>
        <p:txBody>
          <a:bodyPr wrap="square" lIns="0" tIns="0" rIns="0" bIns="0" rtlCol="0" anchor="ctr"/>
          <a:lstStyle/>
          <a:p>
            <a:pPr algn="l" indent="0" marL="0">
              <a:lnSpc>
                <a:spcPts val="1466"/>
              </a:lnSpc>
              <a:buNone/>
            </a:pPr>
            <a:r>
              <a:rPr lang="en-US" sz="1211" b="1" dirty="0">
                <a:solidFill>
                  <a:srgbClr val="FFFFFF">
                    <a:alpha val="99000"/>
                  </a:srgbClr>
                </a:solidFill>
                <a:latin typeface="Inter" pitchFamily="34" charset="0"/>
                <a:ea typeface="Inter" pitchFamily="34" charset="-122"/>
                <a:cs typeface="Inter" pitchFamily="34" charset="-120"/>
              </a:rPr>
              <a:t>상태 기반 분기</a:t>
            </a:r>
            <a:endParaRPr lang="en-US" sz="1211" dirty="0"/>
          </a:p>
        </p:txBody>
      </p:sp>
      <p:sp>
        <p:nvSpPr>
          <p:cNvPr id="40" name="Shape 37"/>
          <p:cNvSpPr/>
          <p:nvPr/>
        </p:nvSpPr>
        <p:spPr>
          <a:xfrm>
            <a:off x="4910324" y="3422142"/>
            <a:ext cx="1440180" cy="253746"/>
          </a:xfrm>
          <a:prstGeom prst="rect">
            <a:avLst/>
          </a:prstGeom>
          <a:noFill/>
          <a:ln/>
        </p:spPr>
      </p:sp>
      <p:sp>
        <p:nvSpPr>
          <p:cNvPr id="41" name="Shape 38"/>
          <p:cNvSpPr/>
          <p:nvPr/>
        </p:nvSpPr>
        <p:spPr>
          <a:xfrm>
            <a:off x="4910324" y="3422142"/>
            <a:ext cx="1440180" cy="253746"/>
          </a:xfrm>
          <a:prstGeom prst="rect">
            <a:avLst/>
          </a:prstGeom>
          <a:noFill/>
          <a:ln/>
        </p:spPr>
      </p:sp>
      <p:sp>
        <p:nvSpPr>
          <p:cNvPr id="42" name="Text 39"/>
          <p:cNvSpPr/>
          <p:nvPr/>
        </p:nvSpPr>
        <p:spPr>
          <a:xfrm>
            <a:off x="4910324" y="3422142"/>
            <a:ext cx="1440180" cy="253746"/>
          </a:xfrm>
          <a:prstGeom prst="rect">
            <a:avLst/>
          </a:prstGeom>
          <a:noFill/>
          <a:ln/>
        </p:spPr>
        <p:txBody>
          <a:bodyPr wrap="square" lIns="0" tIns="0" rIns="0" bIns="0" rtlCol="0" anchor="ctr"/>
          <a:lstStyle/>
          <a:p>
            <a:pPr algn="l" indent="0" marL="0">
              <a:lnSpc>
                <a:spcPts val="1052"/>
              </a:lnSpc>
              <a:buNone/>
            </a:pPr>
            <a:r>
              <a:rPr lang="en-US" sz="869" dirty="0">
                <a:solidFill>
                  <a:srgbClr val="DFDFDF">
                    <a:alpha val="99000"/>
                  </a:srgbClr>
                </a:solidFill>
                <a:latin typeface="Inter" pitchFamily="34" charset="0"/>
                <a:ea typeface="Inter" pitchFamily="34" charset="-122"/>
                <a:cs typeface="Inter" pitchFamily="34" charset="-120"/>
              </a:rPr>
              <a:t>LangGraph</a:t>
            </a:r>
            <a:endParaRPr lang="en-US" sz="869" dirty="0"/>
          </a:p>
        </p:txBody>
      </p:sp>
      <p:sp>
        <p:nvSpPr>
          <p:cNvPr id="43" name="Shape 40"/>
          <p:cNvSpPr/>
          <p:nvPr/>
        </p:nvSpPr>
        <p:spPr>
          <a:xfrm>
            <a:off x="6569962" y="2619756"/>
            <a:ext cx="192024" cy="288036"/>
          </a:xfrm>
          <a:prstGeom prst="rect">
            <a:avLst/>
          </a:prstGeom>
          <a:noFill/>
          <a:ln/>
        </p:spPr>
      </p:sp>
      <p:sp>
        <p:nvSpPr>
          <p:cNvPr id="44" name="Shape 41"/>
          <p:cNvSpPr/>
          <p:nvPr/>
        </p:nvSpPr>
        <p:spPr>
          <a:xfrm>
            <a:off x="6569962" y="2619756"/>
            <a:ext cx="192024" cy="288036"/>
          </a:xfrm>
          <a:prstGeom prst="rect">
            <a:avLst/>
          </a:prstGeom>
          <a:noFill/>
          <a:ln/>
        </p:spPr>
      </p:sp>
      <p:sp>
        <p:nvSpPr>
          <p:cNvPr id="45" name="Text 42"/>
          <p:cNvSpPr/>
          <p:nvPr/>
        </p:nvSpPr>
        <p:spPr>
          <a:xfrm>
            <a:off x="6569962" y="2619756"/>
            <a:ext cx="192024"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46" name="Shape 43"/>
          <p:cNvSpPr/>
          <p:nvPr/>
        </p:nvSpPr>
        <p:spPr>
          <a:xfrm>
            <a:off x="6796274" y="1693926"/>
            <a:ext cx="1810512" cy="2208276"/>
          </a:xfrm>
          <a:prstGeom prst="roundRect">
            <a:avLst/>
          </a:prstGeom>
          <a:solidFill>
            <a:srgbClr val="FFFFFF"/>
          </a:solidFill>
          <a:ln w="3620">
            <a:solidFill>
              <a:srgbClr val="DFDFDF"/>
            </a:solidFill>
            <a:prstDash val="solid"/>
          </a:ln>
        </p:spPr>
      </p:sp>
      <p:sp>
        <p:nvSpPr>
          <p:cNvPr id="47" name="Shape 44"/>
          <p:cNvSpPr/>
          <p:nvPr/>
        </p:nvSpPr>
        <p:spPr>
          <a:xfrm>
            <a:off x="6981453" y="1885950"/>
            <a:ext cx="82296" cy="82296"/>
          </a:xfrm>
          <a:prstGeom prst="ellipse">
            <a:avLst/>
          </a:prstGeom>
          <a:solidFill>
            <a:srgbClr val="3ECF8E"/>
          </a:solidFill>
          <a:ln w="4524">
            <a:solidFill>
              <a:srgbClr val="3ECF8E">
                <a:alpha val="0"/>
              </a:srgbClr>
            </a:solidFill>
            <a:prstDash val="solid"/>
          </a:ln>
        </p:spPr>
      </p:sp>
      <p:sp>
        <p:nvSpPr>
          <p:cNvPr id="48" name="Shape 45"/>
          <p:cNvSpPr/>
          <p:nvPr/>
        </p:nvSpPr>
        <p:spPr>
          <a:xfrm>
            <a:off x="6981453" y="2139696"/>
            <a:ext cx="1440180" cy="308610"/>
          </a:xfrm>
          <a:prstGeom prst="rect">
            <a:avLst/>
          </a:prstGeom>
          <a:noFill/>
          <a:ln/>
        </p:spPr>
      </p:sp>
      <p:sp>
        <p:nvSpPr>
          <p:cNvPr id="49" name="Shape 46"/>
          <p:cNvSpPr/>
          <p:nvPr/>
        </p:nvSpPr>
        <p:spPr>
          <a:xfrm>
            <a:off x="6981453" y="2139696"/>
            <a:ext cx="1440180" cy="308610"/>
          </a:xfrm>
          <a:prstGeom prst="rect">
            <a:avLst/>
          </a:prstGeom>
          <a:noFill/>
          <a:ln/>
        </p:spPr>
      </p:sp>
      <p:sp>
        <p:nvSpPr>
          <p:cNvPr id="50" name="Text 47"/>
          <p:cNvSpPr/>
          <p:nvPr/>
        </p:nvSpPr>
        <p:spPr>
          <a:xfrm>
            <a:off x="6981453" y="2139696"/>
            <a:ext cx="1440180" cy="308610"/>
          </a:xfrm>
          <a:prstGeom prst="rect">
            <a:avLst/>
          </a:prstGeom>
          <a:noFill/>
          <a:ln/>
        </p:spPr>
        <p:txBody>
          <a:bodyPr wrap="square" lIns="0" tIns="0" rIns="0" bIns="0" rtlCol="0" anchor="ctr"/>
          <a:lstStyle/>
          <a:p>
            <a:pPr algn="l" indent="0" marL="0">
              <a:lnSpc>
                <a:spcPts val="1466"/>
              </a:lnSpc>
              <a:buNone/>
            </a:pPr>
            <a:r>
              <a:rPr lang="en-US" sz="1211" b="1" dirty="0">
                <a:solidFill>
                  <a:srgbClr val="171717">
                    <a:alpha val="99000"/>
                  </a:srgbClr>
                </a:solidFill>
                <a:latin typeface="Inter" pitchFamily="34" charset="0"/>
                <a:ea typeface="Inter" pitchFamily="34" charset="-122"/>
                <a:cs typeface="Inter" pitchFamily="34" charset="-120"/>
              </a:rPr>
              <a:t>응답 스키마 검증</a:t>
            </a:r>
            <a:endParaRPr lang="en-US" sz="1211" dirty="0"/>
          </a:p>
        </p:txBody>
      </p:sp>
      <p:sp>
        <p:nvSpPr>
          <p:cNvPr id="51" name="Shape 48"/>
          <p:cNvSpPr/>
          <p:nvPr/>
        </p:nvSpPr>
        <p:spPr>
          <a:xfrm>
            <a:off x="6981453" y="3422142"/>
            <a:ext cx="1440180" cy="253746"/>
          </a:xfrm>
          <a:prstGeom prst="rect">
            <a:avLst/>
          </a:prstGeom>
          <a:noFill/>
          <a:ln/>
        </p:spPr>
      </p:sp>
      <p:sp>
        <p:nvSpPr>
          <p:cNvPr id="52" name="Shape 49"/>
          <p:cNvSpPr/>
          <p:nvPr/>
        </p:nvSpPr>
        <p:spPr>
          <a:xfrm>
            <a:off x="6981453" y="3422142"/>
            <a:ext cx="1440180" cy="253746"/>
          </a:xfrm>
          <a:prstGeom prst="rect">
            <a:avLst/>
          </a:prstGeom>
          <a:noFill/>
          <a:ln/>
        </p:spPr>
      </p:sp>
      <p:sp>
        <p:nvSpPr>
          <p:cNvPr id="53" name="Text 50"/>
          <p:cNvSpPr/>
          <p:nvPr/>
        </p:nvSpPr>
        <p:spPr>
          <a:xfrm>
            <a:off x="6981453" y="3422142"/>
            <a:ext cx="1440180" cy="253746"/>
          </a:xfrm>
          <a:prstGeom prst="rect">
            <a:avLst/>
          </a:prstGeom>
          <a:noFill/>
          <a:ln/>
        </p:spPr>
        <p:txBody>
          <a:bodyPr wrap="square" lIns="0" tIns="0" rIns="0" bIns="0" rtlCol="0" anchor="ctr"/>
          <a:lstStyle/>
          <a:p>
            <a:pPr algn="l" indent="0" marL="0">
              <a:lnSpc>
                <a:spcPts val="1052"/>
              </a:lnSpc>
              <a:buNone/>
            </a:pPr>
            <a:r>
              <a:rPr lang="en-US" sz="869" dirty="0">
                <a:solidFill>
                  <a:srgbClr val="707070">
                    <a:alpha val="99000"/>
                  </a:srgbClr>
                </a:solidFill>
                <a:latin typeface="Inter" pitchFamily="34" charset="0"/>
                <a:ea typeface="Inter" pitchFamily="34" charset="-122"/>
                <a:cs typeface="Inter" pitchFamily="34" charset="-120"/>
              </a:rPr>
              <a:t>Pydantic</a:t>
            </a:r>
            <a:endParaRPr lang="en-US" sz="869" dirty="0"/>
          </a:p>
        </p:txBody>
      </p:sp>
      <p:sp>
        <p:nvSpPr>
          <p:cNvPr id="54" name="Shape 51"/>
          <p:cNvSpPr/>
          <p:nvPr/>
        </p:nvSpPr>
        <p:spPr>
          <a:xfrm>
            <a:off x="582923" y="4828032"/>
            <a:ext cx="6069330" cy="150876"/>
          </a:xfrm>
          <a:prstGeom prst="rect">
            <a:avLst/>
          </a:prstGeom>
          <a:noFill/>
          <a:ln/>
        </p:spPr>
      </p:sp>
      <p:sp>
        <p:nvSpPr>
          <p:cNvPr id="55" name="Shape 52"/>
          <p:cNvSpPr/>
          <p:nvPr/>
        </p:nvSpPr>
        <p:spPr>
          <a:xfrm>
            <a:off x="582923" y="4828032"/>
            <a:ext cx="6069330" cy="150876"/>
          </a:xfrm>
          <a:prstGeom prst="rect">
            <a:avLst/>
          </a:prstGeom>
          <a:noFill/>
          <a:ln/>
        </p:spPr>
      </p:sp>
      <p:sp>
        <p:nvSpPr>
          <p:cNvPr id="56" name="Text 53"/>
          <p:cNvSpPr/>
          <p:nvPr/>
        </p:nvSpPr>
        <p:spPr>
          <a:xfrm>
            <a:off x="582923" y="4828032"/>
            <a:ext cx="6069330" cy="150876"/>
          </a:xfrm>
          <a:prstGeom prst="rect">
            <a:avLst/>
          </a:prstGeom>
          <a:noFill/>
          <a:ln/>
        </p:spPr>
        <p:txBody>
          <a:bodyPr wrap="square" lIns="0" tIns="0" rIns="0" bIns="0" rtlCol="0" anchor="ctr"/>
          <a:lstStyle/>
          <a:p>
            <a:pPr algn="l" indent="0" marL="0">
              <a:lnSpc>
                <a:spcPts val="880"/>
              </a:lnSpc>
              <a:buNone/>
            </a:pPr>
            <a:r>
              <a:rPr lang="en-US" sz="727" dirty="0">
                <a:solidFill>
                  <a:srgbClr val="707070">
                    <a:alpha val="99000"/>
                  </a:srgbClr>
                </a:solidFill>
                <a:latin typeface="Inter" pitchFamily="34" charset="0"/>
                <a:ea typeface="Inter" pitchFamily="34" charset="-122"/>
                <a:cs typeface="Inter" pitchFamily="34" charset="-120"/>
              </a:rPr>
              <a:t>FastAPI · Pydantic · LangGraph 수업 자료</a:t>
            </a:r>
            <a:endParaRPr lang="en-US" sz="72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23" y="288036"/>
            <a:ext cx="7406640" cy="198882"/>
          </a:xfrm>
          <a:prstGeom prst="rect">
            <a:avLst/>
          </a:prstGeom>
          <a:noFill/>
          <a:ln/>
        </p:spPr>
      </p:sp>
      <p:sp>
        <p:nvSpPr>
          <p:cNvPr id="4" name="Shape 1"/>
          <p:cNvSpPr/>
          <p:nvPr/>
        </p:nvSpPr>
        <p:spPr>
          <a:xfrm>
            <a:off x="582923" y="288036"/>
            <a:ext cx="7406640" cy="198882"/>
          </a:xfrm>
          <a:prstGeom prst="rect">
            <a:avLst/>
          </a:prstGeom>
          <a:noFill/>
          <a:ln/>
        </p:spPr>
      </p:sp>
      <p:sp>
        <p:nvSpPr>
          <p:cNvPr id="5" name="Text 2"/>
          <p:cNvSpPr/>
          <p:nvPr/>
        </p:nvSpPr>
        <p:spPr>
          <a:xfrm>
            <a:off x="582923" y="288036"/>
            <a:ext cx="7406640" cy="198882"/>
          </a:xfrm>
          <a:prstGeom prst="rect">
            <a:avLst/>
          </a:prstGeom>
          <a:noFill/>
          <a:ln/>
        </p:spPr>
        <p:txBody>
          <a:bodyPr wrap="square" lIns="0" tIns="0" rIns="0" bIns="0" rtlCol="0" anchor="ctr"/>
          <a:lstStyle/>
          <a:p>
            <a:pPr algn="l" indent="0" marL="0">
              <a:lnSpc>
                <a:spcPts val="888"/>
              </a:lnSpc>
              <a:buNone/>
            </a:pPr>
            <a:r>
              <a:rPr lang="en-US" sz="734" b="1" dirty="0">
                <a:solidFill>
                  <a:srgbClr val="707070">
                    <a:alpha val="99000"/>
                  </a:srgbClr>
                </a:solidFill>
                <a:latin typeface="Inter" pitchFamily="34" charset="0"/>
                <a:ea typeface="Inter" pitchFamily="34" charset="-122"/>
                <a:cs typeface="Inter" pitchFamily="34" charset="-120"/>
              </a:rPr>
              <a:t>LEARNING TOPICS · AI</a:t>
            </a:r>
            <a:endParaRPr lang="en-US" sz="734" dirty="0"/>
          </a:p>
        </p:txBody>
      </p:sp>
      <p:sp>
        <p:nvSpPr>
          <p:cNvPr id="6" name="Shape 3"/>
          <p:cNvSpPr/>
          <p:nvPr/>
        </p:nvSpPr>
        <p:spPr>
          <a:xfrm>
            <a:off x="582923" y="589788"/>
            <a:ext cx="7989570" cy="459486"/>
          </a:xfrm>
          <a:prstGeom prst="rect">
            <a:avLst/>
          </a:prstGeom>
          <a:noFill/>
          <a:ln/>
        </p:spPr>
      </p:sp>
      <p:sp>
        <p:nvSpPr>
          <p:cNvPr id="7" name="Shape 4"/>
          <p:cNvSpPr/>
          <p:nvPr/>
        </p:nvSpPr>
        <p:spPr>
          <a:xfrm>
            <a:off x="582923" y="589788"/>
            <a:ext cx="7989570" cy="459486"/>
          </a:xfrm>
          <a:prstGeom prst="rect">
            <a:avLst/>
          </a:prstGeom>
          <a:noFill/>
          <a:ln/>
        </p:spPr>
      </p:sp>
      <p:sp>
        <p:nvSpPr>
          <p:cNvPr id="8" name="Text 5"/>
          <p:cNvSpPr/>
          <p:nvPr/>
        </p:nvSpPr>
        <p:spPr>
          <a:xfrm>
            <a:off x="582923" y="589788"/>
            <a:ext cx="7989570" cy="459486"/>
          </a:xfrm>
          <a:prstGeom prst="rect">
            <a:avLst/>
          </a:prstGeom>
          <a:noFill/>
          <a:ln/>
        </p:spPr>
        <p:txBody>
          <a:bodyPr wrap="square" lIns="0" tIns="0" rIns="0" bIns="0" rtlCol="0" anchor="ctr"/>
          <a:lstStyle/>
          <a:p>
            <a:pPr algn="l" indent="0" marL="0">
              <a:lnSpc>
                <a:spcPts val="2673"/>
              </a:lnSpc>
              <a:buNone/>
            </a:pPr>
            <a:r>
              <a:rPr lang="en-US" sz="2209" b="1" dirty="0">
                <a:solidFill>
                  <a:srgbClr val="171717">
                    <a:alpha val="99000"/>
                  </a:srgbClr>
                </a:solidFill>
                <a:latin typeface="Inter" pitchFamily="34" charset="0"/>
                <a:ea typeface="Inter" pitchFamily="34" charset="-122"/>
                <a:cs typeface="Inter" pitchFamily="34" charset="-120"/>
              </a:rPr>
              <a:t>AI 설계 학습 — 공통 용어 · 맥락 · 대화 전략</a:t>
            </a:r>
            <a:endParaRPr lang="en-US" sz="2209" dirty="0"/>
          </a:p>
        </p:txBody>
      </p:sp>
      <p:sp>
        <p:nvSpPr>
          <p:cNvPr id="9" name="Shape 6"/>
          <p:cNvSpPr/>
          <p:nvPr/>
        </p:nvSpPr>
        <p:spPr>
          <a:xfrm>
            <a:off x="582923" y="1131570"/>
            <a:ext cx="7975854" cy="0"/>
          </a:xfrm>
          <a:prstGeom prst="rect">
            <a:avLst/>
          </a:prstGeom>
          <a:noFill/>
          <a:ln w="3620">
            <a:solidFill>
              <a:srgbClr val="EDEDED"/>
            </a:solidFill>
            <a:prstDash val="solid"/>
          </a:ln>
        </p:spPr>
      </p:sp>
      <p:sp>
        <p:nvSpPr>
          <p:cNvPr id="10" name="Shape 7"/>
          <p:cNvSpPr/>
          <p:nvPr/>
        </p:nvSpPr>
        <p:spPr>
          <a:xfrm>
            <a:off x="7989577" y="4834890"/>
            <a:ext cx="569214" cy="150876"/>
          </a:xfrm>
          <a:prstGeom prst="rect">
            <a:avLst/>
          </a:prstGeom>
          <a:noFill/>
          <a:ln/>
        </p:spPr>
      </p:sp>
      <p:sp>
        <p:nvSpPr>
          <p:cNvPr id="11" name="Shape 8"/>
          <p:cNvSpPr/>
          <p:nvPr/>
        </p:nvSpPr>
        <p:spPr>
          <a:xfrm>
            <a:off x="7989577" y="4834890"/>
            <a:ext cx="569214" cy="150876"/>
          </a:xfrm>
          <a:prstGeom prst="rect">
            <a:avLst/>
          </a:prstGeom>
          <a:noFill/>
          <a:ln/>
        </p:spPr>
      </p:sp>
      <p:sp>
        <p:nvSpPr>
          <p:cNvPr id="12" name="Text 9"/>
          <p:cNvSpPr/>
          <p:nvPr/>
        </p:nvSpPr>
        <p:spPr>
          <a:xfrm>
            <a:off x="7989577" y="4834890"/>
            <a:ext cx="569214" cy="150876"/>
          </a:xfrm>
          <a:prstGeom prst="rect">
            <a:avLst/>
          </a:prstGeom>
          <a:noFill/>
          <a:ln/>
        </p:spPr>
        <p:txBody>
          <a:bodyPr wrap="square" lIns="0" tIns="0" rIns="0" bIns="0" rtlCol="0" anchor="ctr"/>
          <a:lstStyle/>
          <a:p>
            <a:pPr algn="l" indent="0" marL="0">
              <a:lnSpc>
                <a:spcPts val="897"/>
              </a:lnSpc>
              <a:buNone/>
            </a:pPr>
            <a:r>
              <a:rPr lang="en-US" sz="741" dirty="0">
                <a:solidFill>
                  <a:srgbClr val="707070">
                    <a:alpha val="99000"/>
                  </a:srgbClr>
                </a:solidFill>
                <a:latin typeface="Inter" pitchFamily="34" charset="0"/>
                <a:ea typeface="Inter" pitchFamily="34" charset="-122"/>
                <a:cs typeface="Inter" pitchFamily="34" charset="-120"/>
              </a:rPr>
              <a:t>06 / 18</a:t>
            </a:r>
            <a:endParaRPr lang="en-US" sz="741" dirty="0"/>
          </a:p>
        </p:txBody>
      </p:sp>
      <p:sp>
        <p:nvSpPr>
          <p:cNvPr id="13" name="Shape 10"/>
          <p:cNvSpPr/>
          <p:nvPr/>
        </p:nvSpPr>
        <p:spPr>
          <a:xfrm>
            <a:off x="582923" y="1495044"/>
            <a:ext cx="7975854" cy="781812"/>
          </a:xfrm>
          <a:prstGeom prst="roundRect">
            <a:avLst/>
          </a:prstGeom>
          <a:solidFill>
            <a:srgbClr val="FFFFFF"/>
          </a:solidFill>
          <a:ln w="3620">
            <a:solidFill>
              <a:srgbClr val="DFDFDF"/>
            </a:solidFill>
            <a:prstDash val="solid"/>
          </a:ln>
        </p:spPr>
      </p:sp>
      <p:sp>
        <p:nvSpPr>
          <p:cNvPr id="14" name="Shape 11"/>
          <p:cNvSpPr/>
          <p:nvPr/>
        </p:nvSpPr>
        <p:spPr>
          <a:xfrm>
            <a:off x="843539" y="1837944"/>
            <a:ext cx="89154" cy="89154"/>
          </a:xfrm>
          <a:prstGeom prst="ellipse">
            <a:avLst/>
          </a:prstGeom>
          <a:solidFill>
            <a:srgbClr val="3ECF8E"/>
          </a:solidFill>
          <a:ln w="4524">
            <a:solidFill>
              <a:srgbClr val="3ECF8E">
                <a:alpha val="0"/>
              </a:srgbClr>
            </a:solidFill>
            <a:prstDash val="solid"/>
          </a:ln>
        </p:spPr>
      </p:sp>
      <p:sp>
        <p:nvSpPr>
          <p:cNvPr id="15" name="Shape 12"/>
          <p:cNvSpPr/>
          <p:nvPr/>
        </p:nvSpPr>
        <p:spPr>
          <a:xfrm>
            <a:off x="1111002" y="1700784"/>
            <a:ext cx="521208" cy="308610"/>
          </a:xfrm>
          <a:prstGeom prst="rect">
            <a:avLst/>
          </a:prstGeom>
          <a:noFill/>
          <a:ln/>
        </p:spPr>
      </p:sp>
      <p:sp>
        <p:nvSpPr>
          <p:cNvPr id="16" name="Shape 13"/>
          <p:cNvSpPr/>
          <p:nvPr/>
        </p:nvSpPr>
        <p:spPr>
          <a:xfrm>
            <a:off x="1111002" y="1700784"/>
            <a:ext cx="521208" cy="308610"/>
          </a:xfrm>
          <a:prstGeom prst="rect">
            <a:avLst/>
          </a:prstGeom>
          <a:noFill/>
          <a:ln/>
        </p:spPr>
      </p:sp>
      <p:sp>
        <p:nvSpPr>
          <p:cNvPr id="17" name="Text 14"/>
          <p:cNvSpPr/>
          <p:nvPr/>
        </p:nvSpPr>
        <p:spPr>
          <a:xfrm>
            <a:off x="1111002" y="1700784"/>
            <a:ext cx="521208" cy="308610"/>
          </a:xfrm>
          <a:prstGeom prst="rect">
            <a:avLst/>
          </a:prstGeom>
          <a:noFill/>
          <a:ln/>
        </p:spPr>
        <p:txBody>
          <a:bodyPr wrap="square" lIns="0" tIns="0" rIns="0" bIns="0" rtlCol="0" anchor="ctr"/>
          <a:lstStyle/>
          <a:p>
            <a:pPr algn="l" indent="0" marL="0">
              <a:lnSpc>
                <a:spcPts val="1380"/>
              </a:lnSpc>
              <a:buNone/>
            </a:pPr>
            <a:r>
              <a:rPr lang="en-US" sz="1140" b="1" dirty="0">
                <a:solidFill>
                  <a:srgbClr val="707070">
                    <a:alpha val="99000"/>
                  </a:srgbClr>
                </a:solidFill>
                <a:latin typeface="Inter" pitchFamily="34" charset="0"/>
                <a:ea typeface="Inter" pitchFamily="34" charset="-122"/>
                <a:cs typeface="Inter" pitchFamily="34" charset="-120"/>
              </a:rPr>
              <a:t>1</a:t>
            </a:r>
            <a:endParaRPr lang="en-US" sz="1140" dirty="0"/>
          </a:p>
        </p:txBody>
      </p:sp>
      <p:sp>
        <p:nvSpPr>
          <p:cNvPr id="18" name="Shape 15"/>
          <p:cNvSpPr/>
          <p:nvPr/>
        </p:nvSpPr>
        <p:spPr>
          <a:xfrm>
            <a:off x="1872239" y="1700784"/>
            <a:ext cx="3881628" cy="315468"/>
          </a:xfrm>
          <a:prstGeom prst="rect">
            <a:avLst/>
          </a:prstGeom>
          <a:noFill/>
          <a:ln/>
        </p:spPr>
      </p:sp>
      <p:sp>
        <p:nvSpPr>
          <p:cNvPr id="19" name="Shape 16"/>
          <p:cNvSpPr/>
          <p:nvPr/>
        </p:nvSpPr>
        <p:spPr>
          <a:xfrm>
            <a:off x="1872239" y="1700784"/>
            <a:ext cx="3881628" cy="315468"/>
          </a:xfrm>
          <a:prstGeom prst="rect">
            <a:avLst/>
          </a:prstGeom>
          <a:noFill/>
          <a:ln/>
        </p:spPr>
      </p:sp>
      <p:sp>
        <p:nvSpPr>
          <p:cNvPr id="20" name="Text 17"/>
          <p:cNvSpPr/>
          <p:nvPr/>
        </p:nvSpPr>
        <p:spPr>
          <a:xfrm>
            <a:off x="1872239" y="1700784"/>
            <a:ext cx="3881628" cy="315468"/>
          </a:xfrm>
          <a:prstGeom prst="rect">
            <a:avLst/>
          </a:prstGeom>
          <a:noFill/>
          <a:ln/>
        </p:spPr>
        <p:txBody>
          <a:bodyPr wrap="square" lIns="0" tIns="0" rIns="0" bIns="0" rtlCol="0" anchor="ctr"/>
          <a:lstStyle/>
          <a:p>
            <a:pPr algn="l" indent="0" marL="0">
              <a:lnSpc>
                <a:spcPts val="1828"/>
              </a:lnSpc>
              <a:buNone/>
            </a:pPr>
            <a:r>
              <a:rPr lang="en-US" sz="1511" b="1" dirty="0">
                <a:solidFill>
                  <a:srgbClr val="171717">
                    <a:alpha val="99000"/>
                  </a:srgbClr>
                </a:solidFill>
                <a:latin typeface="Inter" pitchFamily="34" charset="0"/>
                <a:ea typeface="Inter" pitchFamily="34" charset="-122"/>
                <a:cs typeface="Inter" pitchFamily="34" charset="-120"/>
              </a:rPr>
              <a:t>공통 용어 정립</a:t>
            </a:r>
            <a:endParaRPr lang="en-US" sz="1511" dirty="0"/>
          </a:p>
        </p:txBody>
      </p:sp>
      <p:sp>
        <p:nvSpPr>
          <p:cNvPr id="21" name="Shape 18"/>
          <p:cNvSpPr/>
          <p:nvPr/>
        </p:nvSpPr>
        <p:spPr>
          <a:xfrm>
            <a:off x="6460238" y="1721358"/>
            <a:ext cx="1769364" cy="281178"/>
          </a:xfrm>
          <a:prstGeom prst="rect">
            <a:avLst/>
          </a:prstGeom>
          <a:noFill/>
          <a:ln/>
        </p:spPr>
      </p:sp>
      <p:sp>
        <p:nvSpPr>
          <p:cNvPr id="22" name="Shape 19"/>
          <p:cNvSpPr/>
          <p:nvPr/>
        </p:nvSpPr>
        <p:spPr>
          <a:xfrm>
            <a:off x="6460238" y="1721358"/>
            <a:ext cx="1769364" cy="281178"/>
          </a:xfrm>
          <a:prstGeom prst="rect">
            <a:avLst/>
          </a:prstGeom>
          <a:noFill/>
          <a:ln/>
        </p:spPr>
      </p:sp>
      <p:sp>
        <p:nvSpPr>
          <p:cNvPr id="23" name="Text 20"/>
          <p:cNvSpPr/>
          <p:nvPr/>
        </p:nvSpPr>
        <p:spPr>
          <a:xfrm>
            <a:off x="6460238" y="1721358"/>
            <a:ext cx="1769364" cy="281178"/>
          </a:xfrm>
          <a:prstGeom prst="rect">
            <a:avLst/>
          </a:prstGeom>
          <a:noFill/>
          <a:ln/>
        </p:spPr>
        <p:txBody>
          <a:bodyPr wrap="square" lIns="0" tIns="0" rIns="0" bIns="0" rtlCol="0" anchor="ctr"/>
          <a:lstStyle/>
          <a:p>
            <a:pPr algn="l" indent="0" marL="0">
              <a:lnSpc>
                <a:spcPts val="1121"/>
              </a:lnSpc>
              <a:buNone/>
            </a:pPr>
            <a:r>
              <a:rPr lang="en-US" sz="926" dirty="0">
                <a:solidFill>
                  <a:srgbClr val="707070">
                    <a:alpha val="99000"/>
                  </a:srgbClr>
                </a:solidFill>
                <a:latin typeface="Inter" pitchFamily="34" charset="0"/>
                <a:ea typeface="Inter" pitchFamily="34" charset="-122"/>
                <a:cs typeface="Inter" pitchFamily="34" charset="-120"/>
              </a:rPr>
              <a:t>Ubiquitous Language</a:t>
            </a:r>
            <a:endParaRPr lang="en-US" sz="926" dirty="0"/>
          </a:p>
        </p:txBody>
      </p:sp>
      <p:sp>
        <p:nvSpPr>
          <p:cNvPr id="24" name="Shape 21"/>
          <p:cNvSpPr/>
          <p:nvPr/>
        </p:nvSpPr>
        <p:spPr>
          <a:xfrm>
            <a:off x="582923" y="2468880"/>
            <a:ext cx="7975854" cy="781812"/>
          </a:xfrm>
          <a:prstGeom prst="roundRect">
            <a:avLst/>
          </a:prstGeom>
          <a:solidFill>
            <a:srgbClr val="1C1C1C"/>
          </a:solidFill>
          <a:ln w="3620">
            <a:solidFill>
              <a:srgbClr val="1C1C1C"/>
            </a:solidFill>
            <a:prstDash val="solid"/>
          </a:ln>
        </p:spPr>
      </p:sp>
      <p:sp>
        <p:nvSpPr>
          <p:cNvPr id="25" name="Shape 22"/>
          <p:cNvSpPr/>
          <p:nvPr/>
        </p:nvSpPr>
        <p:spPr>
          <a:xfrm>
            <a:off x="843539" y="2811780"/>
            <a:ext cx="89154" cy="89154"/>
          </a:xfrm>
          <a:prstGeom prst="ellipse">
            <a:avLst/>
          </a:prstGeom>
          <a:solidFill>
            <a:srgbClr val="3ECF8E"/>
          </a:solidFill>
          <a:ln w="4524">
            <a:solidFill>
              <a:srgbClr val="3ECF8E">
                <a:alpha val="0"/>
              </a:srgbClr>
            </a:solidFill>
            <a:prstDash val="solid"/>
          </a:ln>
        </p:spPr>
      </p:sp>
      <p:sp>
        <p:nvSpPr>
          <p:cNvPr id="26" name="Shape 23"/>
          <p:cNvSpPr/>
          <p:nvPr/>
        </p:nvSpPr>
        <p:spPr>
          <a:xfrm>
            <a:off x="1111002" y="2674620"/>
            <a:ext cx="521208" cy="308610"/>
          </a:xfrm>
          <a:prstGeom prst="rect">
            <a:avLst/>
          </a:prstGeom>
          <a:noFill/>
          <a:ln/>
        </p:spPr>
      </p:sp>
      <p:sp>
        <p:nvSpPr>
          <p:cNvPr id="27" name="Shape 24"/>
          <p:cNvSpPr/>
          <p:nvPr/>
        </p:nvSpPr>
        <p:spPr>
          <a:xfrm>
            <a:off x="1111002" y="2674620"/>
            <a:ext cx="521208" cy="308610"/>
          </a:xfrm>
          <a:prstGeom prst="rect">
            <a:avLst/>
          </a:prstGeom>
          <a:noFill/>
          <a:ln/>
        </p:spPr>
      </p:sp>
      <p:sp>
        <p:nvSpPr>
          <p:cNvPr id="28" name="Text 25"/>
          <p:cNvSpPr/>
          <p:nvPr/>
        </p:nvSpPr>
        <p:spPr>
          <a:xfrm>
            <a:off x="1111002" y="2674620"/>
            <a:ext cx="521208" cy="308610"/>
          </a:xfrm>
          <a:prstGeom prst="rect">
            <a:avLst/>
          </a:prstGeom>
          <a:noFill/>
          <a:ln/>
        </p:spPr>
        <p:txBody>
          <a:bodyPr wrap="square" lIns="0" tIns="0" rIns="0" bIns="0" rtlCol="0" anchor="ctr"/>
          <a:lstStyle/>
          <a:p>
            <a:pPr algn="l" indent="0" marL="0">
              <a:lnSpc>
                <a:spcPts val="1380"/>
              </a:lnSpc>
              <a:buNone/>
            </a:pPr>
            <a:r>
              <a:rPr lang="en-US" sz="1140" b="1" dirty="0">
                <a:solidFill>
                  <a:srgbClr val="DFDFDF">
                    <a:alpha val="99000"/>
                  </a:srgbClr>
                </a:solidFill>
                <a:latin typeface="Inter" pitchFamily="34" charset="0"/>
                <a:ea typeface="Inter" pitchFamily="34" charset="-122"/>
                <a:cs typeface="Inter" pitchFamily="34" charset="-120"/>
              </a:rPr>
              <a:t>2</a:t>
            </a:r>
            <a:endParaRPr lang="en-US" sz="1140" dirty="0"/>
          </a:p>
        </p:txBody>
      </p:sp>
      <p:sp>
        <p:nvSpPr>
          <p:cNvPr id="29" name="Shape 26"/>
          <p:cNvSpPr/>
          <p:nvPr/>
        </p:nvSpPr>
        <p:spPr>
          <a:xfrm>
            <a:off x="1872239" y="2674620"/>
            <a:ext cx="3881628" cy="315468"/>
          </a:xfrm>
          <a:prstGeom prst="rect">
            <a:avLst/>
          </a:prstGeom>
          <a:noFill/>
          <a:ln/>
        </p:spPr>
      </p:sp>
      <p:sp>
        <p:nvSpPr>
          <p:cNvPr id="30" name="Shape 27"/>
          <p:cNvSpPr/>
          <p:nvPr/>
        </p:nvSpPr>
        <p:spPr>
          <a:xfrm>
            <a:off x="1872239" y="2674620"/>
            <a:ext cx="3881628" cy="315468"/>
          </a:xfrm>
          <a:prstGeom prst="rect">
            <a:avLst/>
          </a:prstGeom>
          <a:noFill/>
          <a:ln/>
        </p:spPr>
      </p:sp>
      <p:sp>
        <p:nvSpPr>
          <p:cNvPr id="31" name="Text 28"/>
          <p:cNvSpPr/>
          <p:nvPr/>
        </p:nvSpPr>
        <p:spPr>
          <a:xfrm>
            <a:off x="1872239" y="2674620"/>
            <a:ext cx="3881628" cy="315468"/>
          </a:xfrm>
          <a:prstGeom prst="rect">
            <a:avLst/>
          </a:prstGeom>
          <a:noFill/>
          <a:ln/>
        </p:spPr>
        <p:txBody>
          <a:bodyPr wrap="square" lIns="0" tIns="0" rIns="0" bIns="0" rtlCol="0" anchor="ctr"/>
          <a:lstStyle/>
          <a:p>
            <a:pPr algn="l" indent="0" marL="0">
              <a:lnSpc>
                <a:spcPts val="1828"/>
              </a:lnSpc>
              <a:buNone/>
            </a:pPr>
            <a:r>
              <a:rPr lang="en-US" sz="1511" b="1" dirty="0">
                <a:solidFill>
                  <a:srgbClr val="FFFFFF">
                    <a:alpha val="99000"/>
                  </a:srgbClr>
                </a:solidFill>
                <a:latin typeface="Inter" pitchFamily="34" charset="0"/>
                <a:ea typeface="Inter" pitchFamily="34" charset="-122"/>
                <a:cs typeface="Inter" pitchFamily="34" charset="-120"/>
              </a:rPr>
              <a:t>맥락 · 상태 구조화</a:t>
            </a:r>
            <a:endParaRPr lang="en-US" sz="1511" dirty="0"/>
          </a:p>
        </p:txBody>
      </p:sp>
      <p:sp>
        <p:nvSpPr>
          <p:cNvPr id="32" name="Shape 29"/>
          <p:cNvSpPr/>
          <p:nvPr/>
        </p:nvSpPr>
        <p:spPr>
          <a:xfrm>
            <a:off x="6460238" y="2695194"/>
            <a:ext cx="1769364" cy="281178"/>
          </a:xfrm>
          <a:prstGeom prst="rect">
            <a:avLst/>
          </a:prstGeom>
          <a:noFill/>
          <a:ln/>
        </p:spPr>
      </p:sp>
      <p:sp>
        <p:nvSpPr>
          <p:cNvPr id="33" name="Shape 30"/>
          <p:cNvSpPr/>
          <p:nvPr/>
        </p:nvSpPr>
        <p:spPr>
          <a:xfrm>
            <a:off x="6460238" y="2695194"/>
            <a:ext cx="1769364" cy="281178"/>
          </a:xfrm>
          <a:prstGeom prst="rect">
            <a:avLst/>
          </a:prstGeom>
          <a:noFill/>
          <a:ln/>
        </p:spPr>
      </p:sp>
      <p:sp>
        <p:nvSpPr>
          <p:cNvPr id="34" name="Text 31"/>
          <p:cNvSpPr/>
          <p:nvPr/>
        </p:nvSpPr>
        <p:spPr>
          <a:xfrm>
            <a:off x="6460238" y="2695194"/>
            <a:ext cx="1769364" cy="281178"/>
          </a:xfrm>
          <a:prstGeom prst="rect">
            <a:avLst/>
          </a:prstGeom>
          <a:noFill/>
          <a:ln/>
        </p:spPr>
        <p:txBody>
          <a:bodyPr wrap="square" lIns="0" tIns="0" rIns="0" bIns="0" rtlCol="0" anchor="ctr"/>
          <a:lstStyle/>
          <a:p>
            <a:pPr algn="l" indent="0" marL="0">
              <a:lnSpc>
                <a:spcPts val="1311"/>
              </a:lnSpc>
              <a:buNone/>
            </a:pPr>
            <a:r>
              <a:rPr lang="en-US" sz="1083" dirty="0">
                <a:solidFill>
                  <a:srgbClr val="DFDFDF">
                    <a:alpha val="99000"/>
                  </a:srgbClr>
                </a:solidFill>
                <a:latin typeface="Inter" pitchFamily="34" charset="0"/>
                <a:ea typeface="Inter" pitchFamily="34" charset="-122"/>
                <a:cs typeface="Inter" pitchFamily="34" charset="-120"/>
              </a:rPr>
              <a:t>Context Packet</a:t>
            </a:r>
            <a:endParaRPr lang="en-US" sz="1083" dirty="0"/>
          </a:p>
        </p:txBody>
      </p:sp>
      <p:sp>
        <p:nvSpPr>
          <p:cNvPr id="35" name="Shape 32"/>
          <p:cNvSpPr/>
          <p:nvPr/>
        </p:nvSpPr>
        <p:spPr>
          <a:xfrm>
            <a:off x="582923" y="3442716"/>
            <a:ext cx="7975854" cy="781812"/>
          </a:xfrm>
          <a:prstGeom prst="roundRect">
            <a:avLst/>
          </a:prstGeom>
          <a:solidFill>
            <a:srgbClr val="FFFFFF"/>
          </a:solidFill>
          <a:ln w="3620">
            <a:solidFill>
              <a:srgbClr val="DFDFDF"/>
            </a:solidFill>
            <a:prstDash val="solid"/>
          </a:ln>
        </p:spPr>
      </p:sp>
      <p:sp>
        <p:nvSpPr>
          <p:cNvPr id="36" name="Shape 33"/>
          <p:cNvSpPr/>
          <p:nvPr/>
        </p:nvSpPr>
        <p:spPr>
          <a:xfrm>
            <a:off x="843539" y="3785616"/>
            <a:ext cx="89154" cy="89154"/>
          </a:xfrm>
          <a:prstGeom prst="ellipse">
            <a:avLst/>
          </a:prstGeom>
          <a:solidFill>
            <a:srgbClr val="3ECF8E"/>
          </a:solidFill>
          <a:ln w="4524">
            <a:solidFill>
              <a:srgbClr val="3ECF8E">
                <a:alpha val="0"/>
              </a:srgbClr>
            </a:solidFill>
            <a:prstDash val="solid"/>
          </a:ln>
        </p:spPr>
      </p:sp>
      <p:sp>
        <p:nvSpPr>
          <p:cNvPr id="37" name="Shape 34"/>
          <p:cNvSpPr/>
          <p:nvPr/>
        </p:nvSpPr>
        <p:spPr>
          <a:xfrm>
            <a:off x="1111002" y="3648456"/>
            <a:ext cx="521208" cy="308610"/>
          </a:xfrm>
          <a:prstGeom prst="rect">
            <a:avLst/>
          </a:prstGeom>
          <a:noFill/>
          <a:ln/>
        </p:spPr>
      </p:sp>
      <p:sp>
        <p:nvSpPr>
          <p:cNvPr id="38" name="Shape 35"/>
          <p:cNvSpPr/>
          <p:nvPr/>
        </p:nvSpPr>
        <p:spPr>
          <a:xfrm>
            <a:off x="1111002" y="3648456"/>
            <a:ext cx="521208" cy="308610"/>
          </a:xfrm>
          <a:prstGeom prst="rect">
            <a:avLst/>
          </a:prstGeom>
          <a:noFill/>
          <a:ln/>
        </p:spPr>
      </p:sp>
      <p:sp>
        <p:nvSpPr>
          <p:cNvPr id="39" name="Text 36"/>
          <p:cNvSpPr/>
          <p:nvPr/>
        </p:nvSpPr>
        <p:spPr>
          <a:xfrm>
            <a:off x="1111002" y="3648456"/>
            <a:ext cx="521208" cy="308610"/>
          </a:xfrm>
          <a:prstGeom prst="rect">
            <a:avLst/>
          </a:prstGeom>
          <a:noFill/>
          <a:ln/>
        </p:spPr>
        <p:txBody>
          <a:bodyPr wrap="square" lIns="0" tIns="0" rIns="0" bIns="0" rtlCol="0" anchor="ctr"/>
          <a:lstStyle/>
          <a:p>
            <a:pPr algn="l" indent="0" marL="0">
              <a:lnSpc>
                <a:spcPts val="1380"/>
              </a:lnSpc>
              <a:buNone/>
            </a:pPr>
            <a:r>
              <a:rPr lang="en-US" sz="1140" b="1" dirty="0">
                <a:solidFill>
                  <a:srgbClr val="707070">
                    <a:alpha val="99000"/>
                  </a:srgbClr>
                </a:solidFill>
                <a:latin typeface="Inter" pitchFamily="34" charset="0"/>
                <a:ea typeface="Inter" pitchFamily="34" charset="-122"/>
                <a:cs typeface="Inter" pitchFamily="34" charset="-120"/>
              </a:rPr>
              <a:t>3</a:t>
            </a:r>
            <a:endParaRPr lang="en-US" sz="1140" dirty="0"/>
          </a:p>
        </p:txBody>
      </p:sp>
      <p:sp>
        <p:nvSpPr>
          <p:cNvPr id="40" name="Shape 37"/>
          <p:cNvSpPr/>
          <p:nvPr/>
        </p:nvSpPr>
        <p:spPr>
          <a:xfrm>
            <a:off x="1872239" y="3648456"/>
            <a:ext cx="3881628" cy="315468"/>
          </a:xfrm>
          <a:prstGeom prst="rect">
            <a:avLst/>
          </a:prstGeom>
          <a:noFill/>
          <a:ln/>
        </p:spPr>
      </p:sp>
      <p:sp>
        <p:nvSpPr>
          <p:cNvPr id="41" name="Shape 38"/>
          <p:cNvSpPr/>
          <p:nvPr/>
        </p:nvSpPr>
        <p:spPr>
          <a:xfrm>
            <a:off x="1872239" y="3648456"/>
            <a:ext cx="3881628" cy="315468"/>
          </a:xfrm>
          <a:prstGeom prst="rect">
            <a:avLst/>
          </a:prstGeom>
          <a:noFill/>
          <a:ln/>
        </p:spPr>
      </p:sp>
      <p:sp>
        <p:nvSpPr>
          <p:cNvPr id="42" name="Text 39"/>
          <p:cNvSpPr/>
          <p:nvPr/>
        </p:nvSpPr>
        <p:spPr>
          <a:xfrm>
            <a:off x="1872239" y="3648456"/>
            <a:ext cx="3881628" cy="315468"/>
          </a:xfrm>
          <a:prstGeom prst="rect">
            <a:avLst/>
          </a:prstGeom>
          <a:noFill/>
          <a:ln/>
        </p:spPr>
        <p:txBody>
          <a:bodyPr wrap="square" lIns="0" tIns="0" rIns="0" bIns="0" rtlCol="0" anchor="ctr"/>
          <a:lstStyle/>
          <a:p>
            <a:pPr algn="l" indent="0" marL="0">
              <a:lnSpc>
                <a:spcPts val="1828"/>
              </a:lnSpc>
              <a:buNone/>
            </a:pPr>
            <a:r>
              <a:rPr lang="en-US" sz="1511" b="1" dirty="0">
                <a:solidFill>
                  <a:srgbClr val="171717">
                    <a:alpha val="99000"/>
                  </a:srgbClr>
                </a:solidFill>
                <a:latin typeface="Inter" pitchFamily="34" charset="0"/>
                <a:ea typeface="Inter" pitchFamily="34" charset="-122"/>
                <a:cs typeface="Inter" pitchFamily="34" charset="-120"/>
              </a:rPr>
              <a:t>응답 전략 분기</a:t>
            </a:r>
            <a:endParaRPr lang="en-US" sz="1511" dirty="0"/>
          </a:p>
        </p:txBody>
      </p:sp>
      <p:sp>
        <p:nvSpPr>
          <p:cNvPr id="43" name="Shape 40"/>
          <p:cNvSpPr/>
          <p:nvPr/>
        </p:nvSpPr>
        <p:spPr>
          <a:xfrm>
            <a:off x="6460238" y="3669030"/>
            <a:ext cx="1769364" cy="281178"/>
          </a:xfrm>
          <a:prstGeom prst="rect">
            <a:avLst/>
          </a:prstGeom>
          <a:noFill/>
          <a:ln/>
        </p:spPr>
      </p:sp>
      <p:sp>
        <p:nvSpPr>
          <p:cNvPr id="44" name="Shape 41"/>
          <p:cNvSpPr/>
          <p:nvPr/>
        </p:nvSpPr>
        <p:spPr>
          <a:xfrm>
            <a:off x="6460238" y="3669030"/>
            <a:ext cx="1769364" cy="281178"/>
          </a:xfrm>
          <a:prstGeom prst="rect">
            <a:avLst/>
          </a:prstGeom>
          <a:noFill/>
          <a:ln/>
        </p:spPr>
      </p:sp>
      <p:sp>
        <p:nvSpPr>
          <p:cNvPr id="45" name="Text 42"/>
          <p:cNvSpPr/>
          <p:nvPr/>
        </p:nvSpPr>
        <p:spPr>
          <a:xfrm>
            <a:off x="6460238" y="3669030"/>
            <a:ext cx="1769364" cy="281178"/>
          </a:xfrm>
          <a:prstGeom prst="rect">
            <a:avLst/>
          </a:prstGeom>
          <a:noFill/>
          <a:ln/>
        </p:spPr>
        <p:txBody>
          <a:bodyPr wrap="square" lIns="0" tIns="0" rIns="0" bIns="0" rtlCol="0" anchor="ctr"/>
          <a:lstStyle/>
          <a:p>
            <a:pPr algn="l" indent="0" marL="0">
              <a:lnSpc>
                <a:spcPts val="1311"/>
              </a:lnSpc>
              <a:buNone/>
            </a:pPr>
            <a:r>
              <a:rPr lang="en-US" sz="1083" dirty="0">
                <a:solidFill>
                  <a:srgbClr val="707070">
                    <a:alpha val="99000"/>
                  </a:srgbClr>
                </a:solidFill>
                <a:latin typeface="Inter" pitchFamily="34" charset="0"/>
                <a:ea typeface="Inter" pitchFamily="34" charset="-122"/>
                <a:cs typeface="Inter" pitchFamily="34" charset="-120"/>
              </a:rPr>
              <a:t>Response Policy</a:t>
            </a:r>
            <a:endParaRPr lang="en-US" sz="1083" dirty="0"/>
          </a:p>
        </p:txBody>
      </p:sp>
      <p:sp>
        <p:nvSpPr>
          <p:cNvPr id="46" name="Shape 43"/>
          <p:cNvSpPr/>
          <p:nvPr/>
        </p:nvSpPr>
        <p:spPr>
          <a:xfrm>
            <a:off x="1872239" y="2050542"/>
            <a:ext cx="3943350" cy="157734"/>
          </a:xfrm>
          <a:prstGeom prst="rect">
            <a:avLst/>
          </a:prstGeom>
          <a:noFill/>
          <a:ln/>
        </p:spPr>
      </p:sp>
      <p:sp>
        <p:nvSpPr>
          <p:cNvPr id="47" name="Shape 44"/>
          <p:cNvSpPr/>
          <p:nvPr/>
        </p:nvSpPr>
        <p:spPr>
          <a:xfrm>
            <a:off x="1872239" y="2050542"/>
            <a:ext cx="3943350" cy="157734"/>
          </a:xfrm>
          <a:prstGeom prst="rect">
            <a:avLst/>
          </a:prstGeom>
          <a:noFill/>
          <a:ln/>
        </p:spPr>
      </p:sp>
      <p:sp>
        <p:nvSpPr>
          <p:cNvPr id="48" name="Text 45"/>
          <p:cNvSpPr/>
          <p:nvPr/>
        </p:nvSpPr>
        <p:spPr>
          <a:xfrm>
            <a:off x="1872239" y="2050542"/>
            <a:ext cx="3943350" cy="157734"/>
          </a:xfrm>
          <a:prstGeom prst="rect">
            <a:avLst/>
          </a:prstGeom>
          <a:noFill/>
          <a:ln/>
        </p:spPr>
        <p:txBody>
          <a:bodyPr wrap="square" lIns="0" tIns="0" rIns="0" bIns="0" rtlCol="0" anchor="ctr"/>
          <a:lstStyle/>
          <a:p>
            <a:pPr algn="l" indent="0" marL="0">
              <a:lnSpc>
                <a:spcPts val="966"/>
              </a:lnSpc>
              <a:buNone/>
            </a:pPr>
            <a:r>
              <a:rPr lang="en-US" sz="798" dirty="0">
                <a:solidFill>
                  <a:srgbClr val="666666">
                    <a:alpha val="99000"/>
                  </a:srgbClr>
                </a:solidFill>
                <a:latin typeface="Inter" pitchFamily="34" charset="0"/>
                <a:ea typeface="Inter" pitchFamily="34" charset="-122"/>
                <a:cs typeface="Inter" pitchFamily="34" charset="-120"/>
              </a:rPr>
              <a:t>골프 용어 정의 · 체감(FEEL)과 관찰(OBSERVATION) 구분</a:t>
            </a:r>
            <a:endParaRPr lang="en-US" sz="798" dirty="0"/>
          </a:p>
        </p:txBody>
      </p:sp>
      <p:sp>
        <p:nvSpPr>
          <p:cNvPr id="49" name="Shape 46"/>
          <p:cNvSpPr/>
          <p:nvPr/>
        </p:nvSpPr>
        <p:spPr>
          <a:xfrm>
            <a:off x="1872239" y="3024378"/>
            <a:ext cx="3943350" cy="157734"/>
          </a:xfrm>
          <a:prstGeom prst="rect">
            <a:avLst/>
          </a:prstGeom>
          <a:noFill/>
          <a:ln/>
        </p:spPr>
      </p:sp>
      <p:sp>
        <p:nvSpPr>
          <p:cNvPr id="50" name="Shape 47"/>
          <p:cNvSpPr/>
          <p:nvPr/>
        </p:nvSpPr>
        <p:spPr>
          <a:xfrm>
            <a:off x="1872239" y="3024378"/>
            <a:ext cx="3943350" cy="157734"/>
          </a:xfrm>
          <a:prstGeom prst="rect">
            <a:avLst/>
          </a:prstGeom>
          <a:noFill/>
          <a:ln/>
        </p:spPr>
      </p:sp>
      <p:sp>
        <p:nvSpPr>
          <p:cNvPr id="51" name="Text 48"/>
          <p:cNvSpPr/>
          <p:nvPr/>
        </p:nvSpPr>
        <p:spPr>
          <a:xfrm>
            <a:off x="1872239" y="3024378"/>
            <a:ext cx="3943350" cy="157734"/>
          </a:xfrm>
          <a:prstGeom prst="rect">
            <a:avLst/>
          </a:prstGeom>
          <a:noFill/>
          <a:ln/>
        </p:spPr>
        <p:txBody>
          <a:bodyPr wrap="square" lIns="0" tIns="0" rIns="0" bIns="0" rtlCol="0" anchor="ctr"/>
          <a:lstStyle/>
          <a:p>
            <a:pPr algn="l" indent="0" marL="0">
              <a:lnSpc>
                <a:spcPts val="966"/>
              </a:lnSpc>
              <a:buNone/>
            </a:pPr>
            <a:r>
              <a:rPr lang="en-US" sz="798" dirty="0">
                <a:solidFill>
                  <a:srgbClr val="D7D7D7">
                    <a:alpha val="99000"/>
                  </a:srgbClr>
                </a:solidFill>
                <a:latin typeface="Inter" pitchFamily="34" charset="0"/>
                <a:ea typeface="Inter" pitchFamily="34" charset="-122"/>
                <a:cs typeface="Inter" pitchFamily="34" charset="-120"/>
              </a:rPr>
              <a:t>최근 대화 · 관련 사실 · 활성 주제의 선택 전달</a:t>
            </a:r>
            <a:endParaRPr lang="en-US" sz="798" dirty="0"/>
          </a:p>
        </p:txBody>
      </p:sp>
      <p:sp>
        <p:nvSpPr>
          <p:cNvPr id="52" name="Shape 49"/>
          <p:cNvSpPr/>
          <p:nvPr/>
        </p:nvSpPr>
        <p:spPr>
          <a:xfrm>
            <a:off x="1872239" y="3998214"/>
            <a:ext cx="3943350" cy="157734"/>
          </a:xfrm>
          <a:prstGeom prst="rect">
            <a:avLst/>
          </a:prstGeom>
          <a:noFill/>
          <a:ln/>
        </p:spPr>
      </p:sp>
      <p:sp>
        <p:nvSpPr>
          <p:cNvPr id="53" name="Shape 50"/>
          <p:cNvSpPr/>
          <p:nvPr/>
        </p:nvSpPr>
        <p:spPr>
          <a:xfrm>
            <a:off x="1872239" y="3998214"/>
            <a:ext cx="3943350" cy="157734"/>
          </a:xfrm>
          <a:prstGeom prst="rect">
            <a:avLst/>
          </a:prstGeom>
          <a:noFill/>
          <a:ln/>
        </p:spPr>
      </p:sp>
      <p:sp>
        <p:nvSpPr>
          <p:cNvPr id="54" name="Text 51"/>
          <p:cNvSpPr/>
          <p:nvPr/>
        </p:nvSpPr>
        <p:spPr>
          <a:xfrm>
            <a:off x="1872239" y="3998214"/>
            <a:ext cx="3943350" cy="157734"/>
          </a:xfrm>
          <a:prstGeom prst="rect">
            <a:avLst/>
          </a:prstGeom>
          <a:noFill/>
          <a:ln/>
        </p:spPr>
        <p:txBody>
          <a:bodyPr wrap="square" lIns="0" tIns="0" rIns="0" bIns="0" rtlCol="0" anchor="ctr"/>
          <a:lstStyle/>
          <a:p>
            <a:pPr algn="l" indent="0" marL="0">
              <a:lnSpc>
                <a:spcPts val="966"/>
              </a:lnSpc>
              <a:buNone/>
            </a:pPr>
            <a:r>
              <a:rPr lang="en-US" sz="798" dirty="0">
                <a:solidFill>
                  <a:srgbClr val="666666">
                    <a:alpha val="99000"/>
                  </a:srgbClr>
                </a:solidFill>
                <a:latin typeface="Inter" pitchFamily="34" charset="0"/>
                <a:ea typeface="Inter" pitchFamily="34" charset="-122"/>
                <a:cs typeface="Inter" pitchFamily="34" charset="-120"/>
              </a:rPr>
              <a:t>직접 답변 · 질문 하나 · 길이 조절 · 이전 주제 연결</a:t>
            </a:r>
            <a:endParaRPr lang="en-US" sz="798"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82923" y="288036"/>
            <a:ext cx="7406640" cy="198882"/>
          </a:xfrm>
          <a:prstGeom prst="rect">
            <a:avLst/>
          </a:prstGeom>
          <a:noFill/>
          <a:ln/>
        </p:spPr>
      </p:sp>
      <p:sp>
        <p:nvSpPr>
          <p:cNvPr id="4" name="Shape 1"/>
          <p:cNvSpPr/>
          <p:nvPr/>
        </p:nvSpPr>
        <p:spPr>
          <a:xfrm>
            <a:off x="582923" y="288036"/>
            <a:ext cx="7406640" cy="198882"/>
          </a:xfrm>
          <a:prstGeom prst="rect">
            <a:avLst/>
          </a:prstGeom>
          <a:noFill/>
          <a:ln/>
        </p:spPr>
      </p:sp>
      <p:sp>
        <p:nvSpPr>
          <p:cNvPr id="5" name="Text 2"/>
          <p:cNvSpPr/>
          <p:nvPr/>
        </p:nvSpPr>
        <p:spPr>
          <a:xfrm>
            <a:off x="582923" y="288036"/>
            <a:ext cx="7406640" cy="198882"/>
          </a:xfrm>
          <a:prstGeom prst="rect">
            <a:avLst/>
          </a:prstGeom>
          <a:noFill/>
          <a:ln/>
        </p:spPr>
        <p:txBody>
          <a:bodyPr wrap="square" lIns="0" tIns="0" rIns="0" bIns="0" rtlCol="0" anchor="ctr"/>
          <a:lstStyle/>
          <a:p>
            <a:pPr algn="l" indent="0" marL="0">
              <a:lnSpc>
                <a:spcPts val="888"/>
              </a:lnSpc>
              <a:buNone/>
            </a:pPr>
            <a:r>
              <a:rPr lang="en-US" sz="734" b="1" dirty="0">
                <a:solidFill>
                  <a:srgbClr val="707070">
                    <a:alpha val="99000"/>
                  </a:srgbClr>
                </a:solidFill>
                <a:latin typeface="Inter" pitchFamily="34" charset="0"/>
                <a:ea typeface="Inter" pitchFamily="34" charset="-122"/>
                <a:cs typeface="Inter" pitchFamily="34" charset="-120"/>
              </a:rPr>
              <a:t>APPLICATION · COURSE TO PROJECT</a:t>
            </a:r>
            <a:endParaRPr lang="en-US" sz="734" dirty="0"/>
          </a:p>
        </p:txBody>
      </p:sp>
      <p:sp>
        <p:nvSpPr>
          <p:cNvPr id="6" name="Shape 3"/>
          <p:cNvSpPr/>
          <p:nvPr/>
        </p:nvSpPr>
        <p:spPr>
          <a:xfrm>
            <a:off x="582923" y="589788"/>
            <a:ext cx="7989570" cy="459486"/>
          </a:xfrm>
          <a:prstGeom prst="rect">
            <a:avLst/>
          </a:prstGeom>
          <a:noFill/>
          <a:ln/>
        </p:spPr>
      </p:sp>
      <p:sp>
        <p:nvSpPr>
          <p:cNvPr id="7" name="Shape 4"/>
          <p:cNvSpPr/>
          <p:nvPr/>
        </p:nvSpPr>
        <p:spPr>
          <a:xfrm>
            <a:off x="582923" y="589788"/>
            <a:ext cx="7989570" cy="459486"/>
          </a:xfrm>
          <a:prstGeom prst="rect">
            <a:avLst/>
          </a:prstGeom>
          <a:noFill/>
          <a:ln/>
        </p:spPr>
      </p:sp>
      <p:sp>
        <p:nvSpPr>
          <p:cNvPr id="8" name="Text 5"/>
          <p:cNvSpPr/>
          <p:nvPr/>
        </p:nvSpPr>
        <p:spPr>
          <a:xfrm>
            <a:off x="582923" y="589788"/>
            <a:ext cx="7989570" cy="459486"/>
          </a:xfrm>
          <a:prstGeom prst="rect">
            <a:avLst/>
          </a:prstGeom>
          <a:noFill/>
          <a:ln/>
        </p:spPr>
        <p:txBody>
          <a:bodyPr wrap="square" lIns="0" tIns="0" rIns="0" bIns="0" rtlCol="0" anchor="ctr"/>
          <a:lstStyle/>
          <a:p>
            <a:pPr algn="l" indent="0" marL="0">
              <a:lnSpc>
                <a:spcPts val="2673"/>
              </a:lnSpc>
              <a:buNone/>
            </a:pPr>
            <a:r>
              <a:rPr lang="en-US" sz="2209" b="1" dirty="0">
                <a:solidFill>
                  <a:srgbClr val="171717">
                    <a:alpha val="99000"/>
                  </a:srgbClr>
                </a:solidFill>
                <a:latin typeface="Inter" pitchFamily="34" charset="0"/>
                <a:ea typeface="Inter" pitchFamily="34" charset="-122"/>
                <a:cs typeface="Inter" pitchFamily="34" charset="-120"/>
              </a:rPr>
              <a:t>교육 내용의 적용 — 기술별 역할</a:t>
            </a:r>
            <a:endParaRPr lang="en-US" sz="2209" dirty="0"/>
          </a:p>
        </p:txBody>
      </p:sp>
      <p:sp>
        <p:nvSpPr>
          <p:cNvPr id="9" name="Shape 6"/>
          <p:cNvSpPr/>
          <p:nvPr/>
        </p:nvSpPr>
        <p:spPr>
          <a:xfrm>
            <a:off x="582923" y="1131570"/>
            <a:ext cx="7975854" cy="0"/>
          </a:xfrm>
          <a:prstGeom prst="rect">
            <a:avLst/>
          </a:prstGeom>
          <a:noFill/>
          <a:ln w="3620">
            <a:solidFill>
              <a:srgbClr val="EDEDED"/>
            </a:solidFill>
            <a:prstDash val="solid"/>
          </a:ln>
        </p:spPr>
      </p:sp>
      <p:sp>
        <p:nvSpPr>
          <p:cNvPr id="10" name="Shape 7"/>
          <p:cNvSpPr/>
          <p:nvPr/>
        </p:nvSpPr>
        <p:spPr>
          <a:xfrm>
            <a:off x="7989577" y="4834890"/>
            <a:ext cx="569214" cy="150876"/>
          </a:xfrm>
          <a:prstGeom prst="rect">
            <a:avLst/>
          </a:prstGeom>
          <a:noFill/>
          <a:ln/>
        </p:spPr>
      </p:sp>
      <p:sp>
        <p:nvSpPr>
          <p:cNvPr id="11" name="Shape 8"/>
          <p:cNvSpPr/>
          <p:nvPr/>
        </p:nvSpPr>
        <p:spPr>
          <a:xfrm>
            <a:off x="7989577" y="4834890"/>
            <a:ext cx="569214" cy="150876"/>
          </a:xfrm>
          <a:prstGeom prst="rect">
            <a:avLst/>
          </a:prstGeom>
          <a:noFill/>
          <a:ln/>
        </p:spPr>
      </p:sp>
      <p:sp>
        <p:nvSpPr>
          <p:cNvPr id="12" name="Text 9"/>
          <p:cNvSpPr/>
          <p:nvPr/>
        </p:nvSpPr>
        <p:spPr>
          <a:xfrm>
            <a:off x="7989577" y="4834890"/>
            <a:ext cx="569214" cy="150876"/>
          </a:xfrm>
          <a:prstGeom prst="rect">
            <a:avLst/>
          </a:prstGeom>
          <a:noFill/>
          <a:ln/>
        </p:spPr>
        <p:txBody>
          <a:bodyPr wrap="square" lIns="0" tIns="0" rIns="0" bIns="0" rtlCol="0" anchor="ctr"/>
          <a:lstStyle/>
          <a:p>
            <a:pPr algn="l" indent="0" marL="0">
              <a:lnSpc>
                <a:spcPts val="897"/>
              </a:lnSpc>
              <a:buNone/>
            </a:pPr>
            <a:r>
              <a:rPr lang="en-US" sz="741" dirty="0">
                <a:solidFill>
                  <a:srgbClr val="707070">
                    <a:alpha val="99000"/>
                  </a:srgbClr>
                </a:solidFill>
                <a:latin typeface="Inter" pitchFamily="34" charset="0"/>
                <a:ea typeface="Inter" pitchFamily="34" charset="-122"/>
                <a:cs typeface="Inter" pitchFamily="34" charset="-120"/>
              </a:rPr>
              <a:t>09 / 18</a:t>
            </a:r>
            <a:endParaRPr lang="en-US" sz="741" dirty="0"/>
          </a:p>
        </p:txBody>
      </p:sp>
      <p:sp>
        <p:nvSpPr>
          <p:cNvPr id="13" name="Shape 10"/>
          <p:cNvSpPr/>
          <p:nvPr/>
        </p:nvSpPr>
        <p:spPr>
          <a:xfrm>
            <a:off x="582923" y="1440180"/>
            <a:ext cx="3113532" cy="624078"/>
          </a:xfrm>
          <a:prstGeom prst="roundRect">
            <a:avLst/>
          </a:prstGeom>
          <a:solidFill>
            <a:srgbClr val="FFFFFF"/>
          </a:solidFill>
          <a:ln w="3620">
            <a:solidFill>
              <a:srgbClr val="DFDFDF"/>
            </a:solidFill>
            <a:prstDash val="solid"/>
          </a:ln>
        </p:spPr>
      </p:sp>
      <p:sp>
        <p:nvSpPr>
          <p:cNvPr id="14" name="Shape 11"/>
          <p:cNvSpPr/>
          <p:nvPr/>
        </p:nvSpPr>
        <p:spPr>
          <a:xfrm>
            <a:off x="4306825" y="1440180"/>
            <a:ext cx="4251960" cy="624078"/>
          </a:xfrm>
          <a:prstGeom prst="roundRect">
            <a:avLst/>
          </a:prstGeom>
          <a:solidFill>
            <a:srgbClr val="FAFAFA"/>
          </a:solidFill>
          <a:ln w="3620">
            <a:solidFill>
              <a:srgbClr val="EDEDED"/>
            </a:solidFill>
            <a:prstDash val="solid"/>
          </a:ln>
        </p:spPr>
      </p:sp>
      <p:sp>
        <p:nvSpPr>
          <p:cNvPr id="15" name="Shape 12"/>
          <p:cNvSpPr/>
          <p:nvPr/>
        </p:nvSpPr>
        <p:spPr>
          <a:xfrm>
            <a:off x="788677" y="1707642"/>
            <a:ext cx="82296" cy="82296"/>
          </a:xfrm>
          <a:prstGeom prst="ellipse">
            <a:avLst/>
          </a:prstGeom>
          <a:solidFill>
            <a:srgbClr val="3ECF8E"/>
          </a:solidFill>
          <a:ln w="4524">
            <a:solidFill>
              <a:srgbClr val="3ECF8E">
                <a:alpha val="0"/>
              </a:srgbClr>
            </a:solidFill>
            <a:prstDash val="solid"/>
          </a:ln>
        </p:spPr>
      </p:sp>
      <p:sp>
        <p:nvSpPr>
          <p:cNvPr id="16" name="Shape 13"/>
          <p:cNvSpPr/>
          <p:nvPr/>
        </p:nvSpPr>
        <p:spPr>
          <a:xfrm>
            <a:off x="1014989" y="1591056"/>
            <a:ext cx="2414016" cy="308610"/>
          </a:xfrm>
          <a:prstGeom prst="rect">
            <a:avLst/>
          </a:prstGeom>
          <a:noFill/>
          <a:ln/>
        </p:spPr>
      </p:sp>
      <p:sp>
        <p:nvSpPr>
          <p:cNvPr id="17" name="Shape 14"/>
          <p:cNvSpPr/>
          <p:nvPr/>
        </p:nvSpPr>
        <p:spPr>
          <a:xfrm>
            <a:off x="1014989" y="1591056"/>
            <a:ext cx="2414016" cy="308610"/>
          </a:xfrm>
          <a:prstGeom prst="rect">
            <a:avLst/>
          </a:prstGeom>
          <a:noFill/>
          <a:ln/>
        </p:spPr>
      </p:sp>
      <p:sp>
        <p:nvSpPr>
          <p:cNvPr id="18" name="Text 15"/>
          <p:cNvSpPr/>
          <p:nvPr/>
        </p:nvSpPr>
        <p:spPr>
          <a:xfrm>
            <a:off x="1014989" y="1591056"/>
            <a:ext cx="2414016" cy="308610"/>
          </a:xfrm>
          <a:prstGeom prst="rect">
            <a:avLst/>
          </a:prstGeom>
          <a:noFill/>
          <a:ln/>
        </p:spPr>
        <p:txBody>
          <a:bodyPr wrap="square" lIns="0" tIns="0" rIns="0" bIns="0" rtlCol="0" anchor="ctr"/>
          <a:lstStyle/>
          <a:p>
            <a:pPr algn="l" indent="0" marL="0">
              <a:lnSpc>
                <a:spcPts val="1406"/>
              </a:lnSpc>
              <a:buNone/>
            </a:pPr>
            <a:r>
              <a:rPr lang="en-US" sz="1161" b="1" dirty="0">
                <a:solidFill>
                  <a:srgbClr val="171717">
                    <a:alpha val="99000"/>
                  </a:srgbClr>
                </a:solidFill>
                <a:latin typeface="Inter" pitchFamily="34" charset="0"/>
                <a:ea typeface="Inter" pitchFamily="34" charset="-122"/>
                <a:cs typeface="Inter" pitchFamily="34" charset="-120"/>
              </a:rPr>
              <a:t>JS · TS</a:t>
            </a:r>
            <a:endParaRPr lang="en-US" sz="1161" dirty="0"/>
          </a:p>
        </p:txBody>
      </p:sp>
      <p:sp>
        <p:nvSpPr>
          <p:cNvPr id="19" name="Shape 16"/>
          <p:cNvSpPr/>
          <p:nvPr/>
        </p:nvSpPr>
        <p:spPr>
          <a:xfrm>
            <a:off x="3819897" y="1597914"/>
            <a:ext cx="322326" cy="288036"/>
          </a:xfrm>
          <a:prstGeom prst="rect">
            <a:avLst/>
          </a:prstGeom>
          <a:noFill/>
          <a:ln/>
        </p:spPr>
      </p:sp>
      <p:sp>
        <p:nvSpPr>
          <p:cNvPr id="20" name="Shape 17"/>
          <p:cNvSpPr/>
          <p:nvPr/>
        </p:nvSpPr>
        <p:spPr>
          <a:xfrm>
            <a:off x="3819897" y="1597914"/>
            <a:ext cx="322326" cy="288036"/>
          </a:xfrm>
          <a:prstGeom prst="rect">
            <a:avLst/>
          </a:prstGeom>
          <a:noFill/>
          <a:ln/>
        </p:spPr>
      </p:sp>
      <p:sp>
        <p:nvSpPr>
          <p:cNvPr id="21" name="Text 18"/>
          <p:cNvSpPr/>
          <p:nvPr/>
        </p:nvSpPr>
        <p:spPr>
          <a:xfrm>
            <a:off x="3819897" y="1597914"/>
            <a:ext cx="322326"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22" name="Shape 19"/>
          <p:cNvSpPr/>
          <p:nvPr/>
        </p:nvSpPr>
        <p:spPr>
          <a:xfrm>
            <a:off x="4519426" y="1597914"/>
            <a:ext cx="3840480" cy="308610"/>
          </a:xfrm>
          <a:prstGeom prst="rect">
            <a:avLst/>
          </a:prstGeom>
          <a:noFill/>
          <a:ln/>
        </p:spPr>
      </p:sp>
      <p:sp>
        <p:nvSpPr>
          <p:cNvPr id="23" name="Shape 20"/>
          <p:cNvSpPr/>
          <p:nvPr/>
        </p:nvSpPr>
        <p:spPr>
          <a:xfrm>
            <a:off x="4519426" y="1597914"/>
            <a:ext cx="3840480" cy="308610"/>
          </a:xfrm>
          <a:prstGeom prst="rect">
            <a:avLst/>
          </a:prstGeom>
          <a:noFill/>
          <a:ln/>
        </p:spPr>
      </p:sp>
      <p:sp>
        <p:nvSpPr>
          <p:cNvPr id="24" name="Text 21"/>
          <p:cNvSpPr/>
          <p:nvPr/>
        </p:nvSpPr>
        <p:spPr>
          <a:xfrm>
            <a:off x="4519426" y="1597914"/>
            <a:ext cx="3840480" cy="308610"/>
          </a:xfrm>
          <a:prstGeom prst="rect">
            <a:avLst/>
          </a:prstGeom>
          <a:noFill/>
          <a:ln/>
        </p:spPr>
        <p:txBody>
          <a:bodyPr wrap="square" lIns="0" tIns="0" rIns="0" bIns="0" rtlCol="0" anchor="ctr"/>
          <a:lstStyle/>
          <a:p>
            <a:pPr algn="l" indent="0" marL="0">
              <a:lnSpc>
                <a:spcPts val="1311"/>
              </a:lnSpc>
              <a:buNone/>
            </a:pPr>
            <a:r>
              <a:rPr lang="en-US" sz="1083" b="1" dirty="0">
                <a:solidFill>
                  <a:srgbClr val="171717">
                    <a:alpha val="99000"/>
                  </a:srgbClr>
                </a:solidFill>
                <a:latin typeface="Inter" pitchFamily="34" charset="0"/>
                <a:ea typeface="Inter" pitchFamily="34" charset="-122"/>
                <a:cs typeface="Inter" pitchFamily="34" charset="-120"/>
              </a:rPr>
              <a:t>React / TypeScript 채팅 UI</a:t>
            </a:r>
            <a:endParaRPr lang="en-US" sz="1083" dirty="0"/>
          </a:p>
        </p:txBody>
      </p:sp>
      <p:sp>
        <p:nvSpPr>
          <p:cNvPr id="25" name="Shape 22"/>
          <p:cNvSpPr/>
          <p:nvPr/>
        </p:nvSpPr>
        <p:spPr>
          <a:xfrm>
            <a:off x="582923" y="2215134"/>
            <a:ext cx="3113532" cy="624078"/>
          </a:xfrm>
          <a:prstGeom prst="roundRect">
            <a:avLst/>
          </a:prstGeom>
          <a:solidFill>
            <a:srgbClr val="FFFFFF"/>
          </a:solidFill>
          <a:ln w="3620">
            <a:solidFill>
              <a:srgbClr val="DFDFDF"/>
            </a:solidFill>
            <a:prstDash val="solid"/>
          </a:ln>
        </p:spPr>
      </p:sp>
      <p:sp>
        <p:nvSpPr>
          <p:cNvPr id="26" name="Shape 23"/>
          <p:cNvSpPr/>
          <p:nvPr/>
        </p:nvSpPr>
        <p:spPr>
          <a:xfrm>
            <a:off x="4306825" y="2215134"/>
            <a:ext cx="4251960" cy="624078"/>
          </a:xfrm>
          <a:prstGeom prst="roundRect">
            <a:avLst/>
          </a:prstGeom>
          <a:solidFill>
            <a:srgbClr val="FAFAFA"/>
          </a:solidFill>
          <a:ln w="3620">
            <a:solidFill>
              <a:srgbClr val="EDEDED"/>
            </a:solidFill>
            <a:prstDash val="solid"/>
          </a:ln>
        </p:spPr>
      </p:sp>
      <p:sp>
        <p:nvSpPr>
          <p:cNvPr id="27" name="Shape 24"/>
          <p:cNvSpPr/>
          <p:nvPr/>
        </p:nvSpPr>
        <p:spPr>
          <a:xfrm>
            <a:off x="788677" y="2482596"/>
            <a:ext cx="82296" cy="82296"/>
          </a:xfrm>
          <a:prstGeom prst="ellipse">
            <a:avLst/>
          </a:prstGeom>
          <a:solidFill>
            <a:srgbClr val="3ECF8E"/>
          </a:solidFill>
          <a:ln w="4524">
            <a:solidFill>
              <a:srgbClr val="3ECF8E">
                <a:alpha val="0"/>
              </a:srgbClr>
            </a:solidFill>
            <a:prstDash val="solid"/>
          </a:ln>
        </p:spPr>
      </p:sp>
      <p:sp>
        <p:nvSpPr>
          <p:cNvPr id="28" name="Shape 25"/>
          <p:cNvSpPr/>
          <p:nvPr/>
        </p:nvSpPr>
        <p:spPr>
          <a:xfrm>
            <a:off x="1014989" y="2366010"/>
            <a:ext cx="2414016" cy="308610"/>
          </a:xfrm>
          <a:prstGeom prst="rect">
            <a:avLst/>
          </a:prstGeom>
          <a:noFill/>
          <a:ln/>
        </p:spPr>
      </p:sp>
      <p:sp>
        <p:nvSpPr>
          <p:cNvPr id="29" name="Shape 26"/>
          <p:cNvSpPr/>
          <p:nvPr/>
        </p:nvSpPr>
        <p:spPr>
          <a:xfrm>
            <a:off x="1014989" y="2366010"/>
            <a:ext cx="2414016" cy="308610"/>
          </a:xfrm>
          <a:prstGeom prst="rect">
            <a:avLst/>
          </a:prstGeom>
          <a:noFill/>
          <a:ln/>
        </p:spPr>
      </p:sp>
      <p:sp>
        <p:nvSpPr>
          <p:cNvPr id="30" name="Text 27"/>
          <p:cNvSpPr/>
          <p:nvPr/>
        </p:nvSpPr>
        <p:spPr>
          <a:xfrm>
            <a:off x="1014989" y="2366010"/>
            <a:ext cx="2414016" cy="308610"/>
          </a:xfrm>
          <a:prstGeom prst="rect">
            <a:avLst/>
          </a:prstGeom>
          <a:noFill/>
          <a:ln/>
        </p:spPr>
        <p:txBody>
          <a:bodyPr wrap="square" lIns="0" tIns="0" rIns="0" bIns="0" rtlCol="0" anchor="ctr"/>
          <a:lstStyle/>
          <a:p>
            <a:pPr algn="l" indent="0" marL="0">
              <a:lnSpc>
                <a:spcPts val="1406"/>
              </a:lnSpc>
              <a:buNone/>
            </a:pPr>
            <a:r>
              <a:rPr lang="en-US" sz="1161" b="1" dirty="0">
                <a:solidFill>
                  <a:srgbClr val="171717">
                    <a:alpha val="99000"/>
                  </a:srgbClr>
                </a:solidFill>
                <a:latin typeface="Inter" pitchFamily="34" charset="0"/>
                <a:ea typeface="Inter" pitchFamily="34" charset="-122"/>
                <a:cs typeface="Inter" pitchFamily="34" charset="-120"/>
              </a:rPr>
              <a:t>Spring · JPA</a:t>
            </a:r>
            <a:endParaRPr lang="en-US" sz="1161" dirty="0"/>
          </a:p>
        </p:txBody>
      </p:sp>
      <p:sp>
        <p:nvSpPr>
          <p:cNvPr id="31" name="Shape 28"/>
          <p:cNvSpPr/>
          <p:nvPr/>
        </p:nvSpPr>
        <p:spPr>
          <a:xfrm>
            <a:off x="3819897" y="2372868"/>
            <a:ext cx="322326" cy="288036"/>
          </a:xfrm>
          <a:prstGeom prst="rect">
            <a:avLst/>
          </a:prstGeom>
          <a:noFill/>
          <a:ln/>
        </p:spPr>
      </p:sp>
      <p:sp>
        <p:nvSpPr>
          <p:cNvPr id="32" name="Shape 29"/>
          <p:cNvSpPr/>
          <p:nvPr/>
        </p:nvSpPr>
        <p:spPr>
          <a:xfrm>
            <a:off x="3819897" y="2372868"/>
            <a:ext cx="322326" cy="288036"/>
          </a:xfrm>
          <a:prstGeom prst="rect">
            <a:avLst/>
          </a:prstGeom>
          <a:noFill/>
          <a:ln/>
        </p:spPr>
      </p:sp>
      <p:sp>
        <p:nvSpPr>
          <p:cNvPr id="33" name="Text 30"/>
          <p:cNvSpPr/>
          <p:nvPr/>
        </p:nvSpPr>
        <p:spPr>
          <a:xfrm>
            <a:off x="3819897" y="2372868"/>
            <a:ext cx="322326"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34" name="Shape 31"/>
          <p:cNvSpPr/>
          <p:nvPr/>
        </p:nvSpPr>
        <p:spPr>
          <a:xfrm>
            <a:off x="4519426" y="2372868"/>
            <a:ext cx="3840480" cy="308610"/>
          </a:xfrm>
          <a:prstGeom prst="rect">
            <a:avLst/>
          </a:prstGeom>
          <a:noFill/>
          <a:ln/>
        </p:spPr>
      </p:sp>
      <p:sp>
        <p:nvSpPr>
          <p:cNvPr id="35" name="Shape 32"/>
          <p:cNvSpPr/>
          <p:nvPr/>
        </p:nvSpPr>
        <p:spPr>
          <a:xfrm>
            <a:off x="4519426" y="2372868"/>
            <a:ext cx="3840480" cy="308610"/>
          </a:xfrm>
          <a:prstGeom prst="rect">
            <a:avLst/>
          </a:prstGeom>
          <a:noFill/>
          <a:ln/>
        </p:spPr>
      </p:sp>
      <p:sp>
        <p:nvSpPr>
          <p:cNvPr id="36" name="Text 33"/>
          <p:cNvSpPr/>
          <p:nvPr/>
        </p:nvSpPr>
        <p:spPr>
          <a:xfrm>
            <a:off x="4519426" y="2372868"/>
            <a:ext cx="3840480" cy="308610"/>
          </a:xfrm>
          <a:prstGeom prst="rect">
            <a:avLst/>
          </a:prstGeom>
          <a:noFill/>
          <a:ln/>
        </p:spPr>
        <p:txBody>
          <a:bodyPr wrap="square" lIns="0" tIns="0" rIns="0" bIns="0" rtlCol="0" anchor="ctr"/>
          <a:lstStyle/>
          <a:p>
            <a:pPr algn="l" indent="0" marL="0">
              <a:lnSpc>
                <a:spcPts val="1311"/>
              </a:lnSpc>
              <a:buNone/>
            </a:pPr>
            <a:r>
              <a:rPr lang="en-US" sz="1083" b="1" dirty="0">
                <a:solidFill>
                  <a:srgbClr val="171717">
                    <a:alpha val="99000"/>
                  </a:srgbClr>
                </a:solidFill>
                <a:latin typeface="Inter" pitchFamily="34" charset="0"/>
                <a:ea typeface="Inter" pitchFamily="34" charset="-122"/>
                <a:cs typeface="Inter" pitchFamily="34" charset="-120"/>
              </a:rPr>
              <a:t>회원 · 대화 · 로드맵 상태</a:t>
            </a:r>
            <a:endParaRPr lang="en-US" sz="1083" dirty="0"/>
          </a:p>
        </p:txBody>
      </p:sp>
      <p:sp>
        <p:nvSpPr>
          <p:cNvPr id="37" name="Shape 34"/>
          <p:cNvSpPr/>
          <p:nvPr/>
        </p:nvSpPr>
        <p:spPr>
          <a:xfrm>
            <a:off x="582923" y="2990088"/>
            <a:ext cx="3113532" cy="624078"/>
          </a:xfrm>
          <a:prstGeom prst="roundRect">
            <a:avLst/>
          </a:prstGeom>
          <a:solidFill>
            <a:srgbClr val="FFFFFF"/>
          </a:solidFill>
          <a:ln w="3620">
            <a:solidFill>
              <a:srgbClr val="DFDFDF"/>
            </a:solidFill>
            <a:prstDash val="solid"/>
          </a:ln>
        </p:spPr>
      </p:sp>
      <p:sp>
        <p:nvSpPr>
          <p:cNvPr id="38" name="Shape 35"/>
          <p:cNvSpPr/>
          <p:nvPr/>
        </p:nvSpPr>
        <p:spPr>
          <a:xfrm>
            <a:off x="4306825" y="2990088"/>
            <a:ext cx="4251960" cy="624078"/>
          </a:xfrm>
          <a:prstGeom prst="roundRect">
            <a:avLst/>
          </a:prstGeom>
          <a:solidFill>
            <a:srgbClr val="FAFAFA"/>
          </a:solidFill>
          <a:ln w="3620">
            <a:solidFill>
              <a:srgbClr val="EDEDED"/>
            </a:solidFill>
            <a:prstDash val="solid"/>
          </a:ln>
        </p:spPr>
      </p:sp>
      <p:sp>
        <p:nvSpPr>
          <p:cNvPr id="39" name="Shape 36"/>
          <p:cNvSpPr/>
          <p:nvPr/>
        </p:nvSpPr>
        <p:spPr>
          <a:xfrm>
            <a:off x="788677" y="3257550"/>
            <a:ext cx="82296" cy="82296"/>
          </a:xfrm>
          <a:prstGeom prst="ellipse">
            <a:avLst/>
          </a:prstGeom>
          <a:solidFill>
            <a:srgbClr val="3ECF8E"/>
          </a:solidFill>
          <a:ln w="4524">
            <a:solidFill>
              <a:srgbClr val="3ECF8E">
                <a:alpha val="0"/>
              </a:srgbClr>
            </a:solidFill>
            <a:prstDash val="solid"/>
          </a:ln>
        </p:spPr>
      </p:sp>
      <p:sp>
        <p:nvSpPr>
          <p:cNvPr id="40" name="Shape 37"/>
          <p:cNvSpPr/>
          <p:nvPr/>
        </p:nvSpPr>
        <p:spPr>
          <a:xfrm>
            <a:off x="1014989" y="3140964"/>
            <a:ext cx="2414016" cy="308610"/>
          </a:xfrm>
          <a:prstGeom prst="rect">
            <a:avLst/>
          </a:prstGeom>
          <a:noFill/>
          <a:ln/>
        </p:spPr>
      </p:sp>
      <p:sp>
        <p:nvSpPr>
          <p:cNvPr id="41" name="Shape 38"/>
          <p:cNvSpPr/>
          <p:nvPr/>
        </p:nvSpPr>
        <p:spPr>
          <a:xfrm>
            <a:off x="1014989" y="3140964"/>
            <a:ext cx="2414016" cy="308610"/>
          </a:xfrm>
          <a:prstGeom prst="rect">
            <a:avLst/>
          </a:prstGeom>
          <a:noFill/>
          <a:ln/>
        </p:spPr>
      </p:sp>
      <p:sp>
        <p:nvSpPr>
          <p:cNvPr id="42" name="Text 39"/>
          <p:cNvSpPr/>
          <p:nvPr/>
        </p:nvSpPr>
        <p:spPr>
          <a:xfrm>
            <a:off x="1014989" y="3140964"/>
            <a:ext cx="2414016" cy="308610"/>
          </a:xfrm>
          <a:prstGeom prst="rect">
            <a:avLst/>
          </a:prstGeom>
          <a:noFill/>
          <a:ln/>
        </p:spPr>
        <p:txBody>
          <a:bodyPr wrap="square" lIns="0" tIns="0" rIns="0" bIns="0" rtlCol="0" anchor="ctr"/>
          <a:lstStyle/>
          <a:p>
            <a:pPr algn="l" indent="0" marL="0">
              <a:lnSpc>
                <a:spcPts val="1406"/>
              </a:lnSpc>
              <a:buNone/>
            </a:pPr>
            <a:r>
              <a:rPr lang="en-US" sz="1161" b="1" dirty="0">
                <a:solidFill>
                  <a:srgbClr val="171717">
                    <a:alpha val="99000"/>
                  </a:srgbClr>
                </a:solidFill>
                <a:latin typeface="Inter" pitchFamily="34" charset="0"/>
                <a:ea typeface="Inter" pitchFamily="34" charset="-122"/>
                <a:cs typeface="Inter" pitchFamily="34" charset="-120"/>
              </a:rPr>
              <a:t>FastAPI · Pydantic</a:t>
            </a:r>
            <a:endParaRPr lang="en-US" sz="1161" dirty="0"/>
          </a:p>
        </p:txBody>
      </p:sp>
      <p:sp>
        <p:nvSpPr>
          <p:cNvPr id="43" name="Shape 40"/>
          <p:cNvSpPr/>
          <p:nvPr/>
        </p:nvSpPr>
        <p:spPr>
          <a:xfrm>
            <a:off x="3819897" y="3147822"/>
            <a:ext cx="322326" cy="288036"/>
          </a:xfrm>
          <a:prstGeom prst="rect">
            <a:avLst/>
          </a:prstGeom>
          <a:noFill/>
          <a:ln/>
        </p:spPr>
      </p:sp>
      <p:sp>
        <p:nvSpPr>
          <p:cNvPr id="44" name="Shape 41"/>
          <p:cNvSpPr/>
          <p:nvPr/>
        </p:nvSpPr>
        <p:spPr>
          <a:xfrm>
            <a:off x="3819897" y="3147822"/>
            <a:ext cx="322326" cy="288036"/>
          </a:xfrm>
          <a:prstGeom prst="rect">
            <a:avLst/>
          </a:prstGeom>
          <a:noFill/>
          <a:ln/>
        </p:spPr>
      </p:sp>
      <p:sp>
        <p:nvSpPr>
          <p:cNvPr id="45" name="Text 42"/>
          <p:cNvSpPr/>
          <p:nvPr/>
        </p:nvSpPr>
        <p:spPr>
          <a:xfrm>
            <a:off x="3819897" y="3147822"/>
            <a:ext cx="322326"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46" name="Shape 43"/>
          <p:cNvSpPr/>
          <p:nvPr/>
        </p:nvSpPr>
        <p:spPr>
          <a:xfrm>
            <a:off x="4519426" y="3147822"/>
            <a:ext cx="3840480" cy="308610"/>
          </a:xfrm>
          <a:prstGeom prst="rect">
            <a:avLst/>
          </a:prstGeom>
          <a:noFill/>
          <a:ln/>
        </p:spPr>
      </p:sp>
      <p:sp>
        <p:nvSpPr>
          <p:cNvPr id="47" name="Shape 44"/>
          <p:cNvSpPr/>
          <p:nvPr/>
        </p:nvSpPr>
        <p:spPr>
          <a:xfrm>
            <a:off x="4519426" y="3147822"/>
            <a:ext cx="3840480" cy="308610"/>
          </a:xfrm>
          <a:prstGeom prst="rect">
            <a:avLst/>
          </a:prstGeom>
          <a:noFill/>
          <a:ln/>
        </p:spPr>
      </p:sp>
      <p:sp>
        <p:nvSpPr>
          <p:cNvPr id="48" name="Text 45"/>
          <p:cNvSpPr/>
          <p:nvPr/>
        </p:nvSpPr>
        <p:spPr>
          <a:xfrm>
            <a:off x="4519426" y="3147822"/>
            <a:ext cx="3840480" cy="308610"/>
          </a:xfrm>
          <a:prstGeom prst="rect">
            <a:avLst/>
          </a:prstGeom>
          <a:noFill/>
          <a:ln/>
        </p:spPr>
        <p:txBody>
          <a:bodyPr wrap="square" lIns="0" tIns="0" rIns="0" bIns="0" rtlCol="0" anchor="ctr"/>
          <a:lstStyle/>
          <a:p>
            <a:pPr algn="l" indent="0" marL="0">
              <a:lnSpc>
                <a:spcPts val="1311"/>
              </a:lnSpc>
              <a:buNone/>
            </a:pPr>
            <a:r>
              <a:rPr lang="en-US" sz="1083" b="1" dirty="0">
                <a:solidFill>
                  <a:srgbClr val="171717">
                    <a:alpha val="99000"/>
                  </a:srgbClr>
                </a:solidFill>
                <a:latin typeface="Inter" pitchFamily="34" charset="0"/>
                <a:ea typeface="Inter" pitchFamily="34" charset="-122"/>
                <a:cs typeface="Inter" pitchFamily="34" charset="-120"/>
              </a:rPr>
              <a:t>AI 분석 API · 구조화 입력</a:t>
            </a:r>
            <a:endParaRPr lang="en-US" sz="1083" dirty="0"/>
          </a:p>
        </p:txBody>
      </p:sp>
      <p:sp>
        <p:nvSpPr>
          <p:cNvPr id="49" name="Shape 46"/>
          <p:cNvSpPr/>
          <p:nvPr/>
        </p:nvSpPr>
        <p:spPr>
          <a:xfrm>
            <a:off x="582923" y="3765042"/>
            <a:ext cx="3113532" cy="624078"/>
          </a:xfrm>
          <a:prstGeom prst="roundRect">
            <a:avLst/>
          </a:prstGeom>
          <a:solidFill>
            <a:srgbClr val="FFFFFF"/>
          </a:solidFill>
          <a:ln w="3620">
            <a:solidFill>
              <a:srgbClr val="DFDFDF"/>
            </a:solidFill>
            <a:prstDash val="solid"/>
          </a:ln>
        </p:spPr>
      </p:sp>
      <p:sp>
        <p:nvSpPr>
          <p:cNvPr id="50" name="Shape 47"/>
          <p:cNvSpPr/>
          <p:nvPr/>
        </p:nvSpPr>
        <p:spPr>
          <a:xfrm>
            <a:off x="4306825" y="3765042"/>
            <a:ext cx="4251960" cy="624078"/>
          </a:xfrm>
          <a:prstGeom prst="roundRect">
            <a:avLst/>
          </a:prstGeom>
          <a:solidFill>
            <a:srgbClr val="1C1C1C"/>
          </a:solidFill>
          <a:ln w="3620">
            <a:solidFill>
              <a:srgbClr val="1C1C1C"/>
            </a:solidFill>
            <a:prstDash val="solid"/>
          </a:ln>
        </p:spPr>
      </p:sp>
      <p:sp>
        <p:nvSpPr>
          <p:cNvPr id="51" name="Shape 48"/>
          <p:cNvSpPr/>
          <p:nvPr/>
        </p:nvSpPr>
        <p:spPr>
          <a:xfrm>
            <a:off x="788677" y="4032504"/>
            <a:ext cx="82296" cy="82296"/>
          </a:xfrm>
          <a:prstGeom prst="ellipse">
            <a:avLst/>
          </a:prstGeom>
          <a:solidFill>
            <a:srgbClr val="3ECF8E"/>
          </a:solidFill>
          <a:ln w="4524">
            <a:solidFill>
              <a:srgbClr val="3ECF8E">
                <a:alpha val="0"/>
              </a:srgbClr>
            </a:solidFill>
            <a:prstDash val="solid"/>
          </a:ln>
        </p:spPr>
      </p:sp>
      <p:sp>
        <p:nvSpPr>
          <p:cNvPr id="52" name="Shape 49"/>
          <p:cNvSpPr/>
          <p:nvPr/>
        </p:nvSpPr>
        <p:spPr>
          <a:xfrm>
            <a:off x="1014989" y="3915918"/>
            <a:ext cx="2414016" cy="308610"/>
          </a:xfrm>
          <a:prstGeom prst="rect">
            <a:avLst/>
          </a:prstGeom>
          <a:noFill/>
          <a:ln/>
        </p:spPr>
      </p:sp>
      <p:sp>
        <p:nvSpPr>
          <p:cNvPr id="53" name="Shape 50"/>
          <p:cNvSpPr/>
          <p:nvPr/>
        </p:nvSpPr>
        <p:spPr>
          <a:xfrm>
            <a:off x="1014989" y="3915918"/>
            <a:ext cx="2414016" cy="308610"/>
          </a:xfrm>
          <a:prstGeom prst="rect">
            <a:avLst/>
          </a:prstGeom>
          <a:noFill/>
          <a:ln/>
        </p:spPr>
      </p:sp>
      <p:sp>
        <p:nvSpPr>
          <p:cNvPr id="54" name="Text 51"/>
          <p:cNvSpPr/>
          <p:nvPr/>
        </p:nvSpPr>
        <p:spPr>
          <a:xfrm>
            <a:off x="1014989" y="3915918"/>
            <a:ext cx="2414016" cy="308610"/>
          </a:xfrm>
          <a:prstGeom prst="rect">
            <a:avLst/>
          </a:prstGeom>
          <a:noFill/>
          <a:ln/>
        </p:spPr>
        <p:txBody>
          <a:bodyPr wrap="square" lIns="0" tIns="0" rIns="0" bIns="0" rtlCol="0" anchor="ctr"/>
          <a:lstStyle/>
          <a:p>
            <a:pPr algn="l" indent="0" marL="0">
              <a:lnSpc>
                <a:spcPts val="1406"/>
              </a:lnSpc>
              <a:buNone/>
            </a:pPr>
            <a:r>
              <a:rPr lang="en-US" sz="1161" b="1" dirty="0">
                <a:solidFill>
                  <a:srgbClr val="171717">
                    <a:alpha val="99000"/>
                  </a:srgbClr>
                </a:solidFill>
                <a:latin typeface="Inter" pitchFamily="34" charset="0"/>
                <a:ea typeface="Inter" pitchFamily="34" charset="-122"/>
                <a:cs typeface="Inter" pitchFamily="34" charset="-120"/>
              </a:rPr>
              <a:t>LangGraph</a:t>
            </a:r>
            <a:endParaRPr lang="en-US" sz="1161" dirty="0"/>
          </a:p>
        </p:txBody>
      </p:sp>
      <p:sp>
        <p:nvSpPr>
          <p:cNvPr id="55" name="Shape 52"/>
          <p:cNvSpPr/>
          <p:nvPr/>
        </p:nvSpPr>
        <p:spPr>
          <a:xfrm>
            <a:off x="3819897" y="3922776"/>
            <a:ext cx="322326" cy="288036"/>
          </a:xfrm>
          <a:prstGeom prst="rect">
            <a:avLst/>
          </a:prstGeom>
          <a:noFill/>
          <a:ln/>
        </p:spPr>
      </p:sp>
      <p:sp>
        <p:nvSpPr>
          <p:cNvPr id="56" name="Shape 53"/>
          <p:cNvSpPr/>
          <p:nvPr/>
        </p:nvSpPr>
        <p:spPr>
          <a:xfrm>
            <a:off x="3819897" y="3922776"/>
            <a:ext cx="322326" cy="288036"/>
          </a:xfrm>
          <a:prstGeom prst="rect">
            <a:avLst/>
          </a:prstGeom>
          <a:noFill/>
          <a:ln/>
        </p:spPr>
      </p:sp>
      <p:sp>
        <p:nvSpPr>
          <p:cNvPr id="57" name="Text 54"/>
          <p:cNvSpPr/>
          <p:nvPr/>
        </p:nvSpPr>
        <p:spPr>
          <a:xfrm>
            <a:off x="3819897" y="3922776"/>
            <a:ext cx="322326" cy="288036"/>
          </a:xfrm>
          <a:prstGeom prst="rect">
            <a:avLst/>
          </a:prstGeom>
          <a:noFill/>
          <a:ln/>
        </p:spPr>
        <p:txBody>
          <a:bodyPr wrap="square" lIns="0" tIns="0" rIns="0" bIns="0" rtlCol="0" anchor="ctr"/>
          <a:lstStyle/>
          <a:p>
            <a:pPr algn="l" indent="0" marL="0">
              <a:lnSpc>
                <a:spcPts val="2242"/>
              </a:lnSpc>
              <a:buNone/>
            </a:pPr>
            <a:r>
              <a:rPr lang="en-US" sz="1852" dirty="0">
                <a:solidFill>
                  <a:srgbClr val="24B47E">
                    <a:alpha val="99000"/>
                  </a:srgbClr>
                </a:solidFill>
                <a:latin typeface="Inter" pitchFamily="34" charset="0"/>
                <a:ea typeface="Inter" pitchFamily="34" charset="-122"/>
                <a:cs typeface="Inter" pitchFamily="34" charset="-120"/>
              </a:rPr>
              <a:t>→</a:t>
            </a:r>
            <a:endParaRPr lang="en-US" sz="1852" dirty="0"/>
          </a:p>
        </p:txBody>
      </p:sp>
      <p:sp>
        <p:nvSpPr>
          <p:cNvPr id="58" name="Shape 55"/>
          <p:cNvSpPr/>
          <p:nvPr/>
        </p:nvSpPr>
        <p:spPr>
          <a:xfrm>
            <a:off x="4519426" y="3922776"/>
            <a:ext cx="3840480" cy="308610"/>
          </a:xfrm>
          <a:prstGeom prst="rect">
            <a:avLst/>
          </a:prstGeom>
          <a:noFill/>
          <a:ln/>
        </p:spPr>
      </p:sp>
      <p:sp>
        <p:nvSpPr>
          <p:cNvPr id="59" name="Shape 56"/>
          <p:cNvSpPr/>
          <p:nvPr/>
        </p:nvSpPr>
        <p:spPr>
          <a:xfrm>
            <a:off x="4519426" y="3922776"/>
            <a:ext cx="3840480" cy="308610"/>
          </a:xfrm>
          <a:prstGeom prst="rect">
            <a:avLst/>
          </a:prstGeom>
          <a:noFill/>
          <a:ln/>
        </p:spPr>
      </p:sp>
      <p:sp>
        <p:nvSpPr>
          <p:cNvPr id="60" name="Text 57"/>
          <p:cNvSpPr/>
          <p:nvPr/>
        </p:nvSpPr>
        <p:spPr>
          <a:xfrm>
            <a:off x="4519426" y="3922776"/>
            <a:ext cx="3840480" cy="308610"/>
          </a:xfrm>
          <a:prstGeom prst="rect">
            <a:avLst/>
          </a:prstGeom>
          <a:noFill/>
          <a:ln/>
        </p:spPr>
        <p:txBody>
          <a:bodyPr wrap="square" lIns="0" tIns="0" rIns="0" bIns="0" rtlCol="0" anchor="ctr"/>
          <a:lstStyle/>
          <a:p>
            <a:pPr algn="l" indent="0" marL="0">
              <a:lnSpc>
                <a:spcPts val="1311"/>
              </a:lnSpc>
              <a:buNone/>
            </a:pPr>
            <a:r>
              <a:rPr lang="en-US" sz="1083" b="1" dirty="0">
                <a:solidFill>
                  <a:srgbClr val="FFFFFF">
                    <a:alpha val="99000"/>
                  </a:srgbClr>
                </a:solidFill>
                <a:latin typeface="Inter" pitchFamily="34" charset="0"/>
                <a:ea typeface="Inter" pitchFamily="34" charset="-122"/>
                <a:cs typeface="Inter" pitchFamily="34" charset="-120"/>
              </a:rPr>
              <a:t>분기 · 동결 · 근거 검사</a:t>
            </a:r>
            <a:endParaRPr lang="en-US" sz="108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2026-09-16T08:02:28Z</dcterms:created>
  <dcterms:modified xsi:type="dcterms:W3CDTF">2026-09-16T08:02:28Z</dcterms:modified>
</cp:coreProperties>
</file>